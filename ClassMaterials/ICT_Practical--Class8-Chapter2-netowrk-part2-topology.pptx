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A4671A-E6CC-4D3C-8F05-BF237846C899}" v="13" dt="2026-05-06T05:30:49.98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custSel addSld modSld sldOrd">
      <pc:chgData name="Rezaur Rahman" userId="3a4486d7030a1889" providerId="LiveId" clId="{D1B430C1-0409-411D-B3DE-A0AB3CF13E85}" dt="2026-05-09T22:38:31.527" v="182" actId="20577"/>
      <pc:docMkLst>
        <pc:docMk/>
      </pc:docMkLst>
      <pc:sldChg chg="addSp modSp mod setBg addAnim">
        <pc:chgData name="Rezaur Rahman" userId="3a4486d7030a1889" providerId="LiveId" clId="{D1B430C1-0409-411D-B3DE-A0AB3CF13E85}" dt="2026-05-01T01:36:29.296" v="3" actId="27636"/>
        <pc:sldMkLst>
          <pc:docMk/>
          <pc:sldMk cId="0" sldId="256"/>
        </pc:sldMkLst>
        <pc:spChg chg="mod">
          <ac:chgData name="Rezaur Rahman" userId="3a4486d7030a1889" providerId="LiveId" clId="{D1B430C1-0409-411D-B3DE-A0AB3CF13E85}" dt="2026-05-01T01:36:29.296" v="3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8" creationId="{1A3C89F8-0D2F-47FF-B903-151248265F47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10" creationId="{C5CB530E-515E-412C-9DF1-5F8FFBD6F383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12" creationId="{712D4376-A578-4FF1-94FC-245E7A6A489F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14" creationId="{AEA7509D-F04F-40CB-A0B3-EEF16499CC9F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18" creationId="{508BEF50-7B1E-49A4-BC19-5F4F1D755E64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20" creationId="{3FBAD350-5664-4811-A208-657FB882D350}"/>
          </ac:spMkLst>
        </pc:spChg>
        <pc:spChg chg="add">
          <ac:chgData name="Rezaur Rahman" userId="3a4486d7030a1889" providerId="LiveId" clId="{D1B430C1-0409-411D-B3DE-A0AB3CF13E85}" dt="2026-05-01T01:36:29.274" v="0" actId="26606"/>
          <ac:spMkLst>
            <pc:docMk/>
            <pc:sldMk cId="0" sldId="256"/>
            <ac:spMk id="22" creationId="{C39ADB8F-D187-49D7-BDCF-C1B6DC727068}"/>
          </ac:spMkLst>
        </pc:spChg>
        <pc:cxnChg chg="add">
          <ac:chgData name="Rezaur Rahman" userId="3a4486d7030a1889" providerId="LiveId" clId="{D1B430C1-0409-411D-B3DE-A0AB3CF13E85}" dt="2026-05-01T01:36:29.274" v="0" actId="26606"/>
          <ac:cxnSpMkLst>
            <pc:docMk/>
            <pc:sldMk cId="0" sldId="256"/>
            <ac:cxnSpMk id="16" creationId="{56020367-4FD5-4596-8E10-C5F095CD8DBF}"/>
          </ac:cxnSpMkLst>
        </pc:cxnChg>
      </pc:sldChg>
      <pc:sldChg chg="addSp modSp mod ord setBg">
        <pc:chgData name="Rezaur Rahman" userId="3a4486d7030a1889" providerId="LiveId" clId="{D1B430C1-0409-411D-B3DE-A0AB3CF13E85}" dt="2026-05-01T02:03:18.849" v="129"/>
        <pc:sldMkLst>
          <pc:docMk/>
          <pc:sldMk cId="0" sldId="257"/>
        </pc:sldMkLst>
        <pc:spChg chg="mo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zaur Rahman" userId="3a4486d7030a1889" providerId="LiveId" clId="{D1B430C1-0409-411D-B3DE-A0AB3CF13E85}" dt="2026-05-01T01:54:52.098" v="111" actId="403"/>
          <ac:spMkLst>
            <pc:docMk/>
            <pc:sldMk cId="0" sldId="257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8" creationId="{327D73B4-9F5C-4A64-A179-51B9500CB8B5}"/>
          </ac:spMkLst>
        </pc:spChg>
        <pc:spChg chg="ad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10" creationId="{C1F06963-6374-4B48-844F-071A9BAAAE02}"/>
          </ac:spMkLst>
        </pc:spChg>
        <pc:spChg chg="ad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12" creationId="{6CB927A4-E432-4310-9CD5-E89FF5063179}"/>
          </ac:spMkLst>
        </pc:spChg>
        <pc:spChg chg="ad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14" creationId="{1453BF6C-B012-48B7-B4E8-6D7AC7C27D02}"/>
          </ac:spMkLst>
        </pc:spChg>
        <pc:spChg chg="add">
          <ac:chgData name="Rezaur Rahman" userId="3a4486d7030a1889" providerId="LiveId" clId="{D1B430C1-0409-411D-B3DE-A0AB3CF13E85}" dt="2026-05-01T01:54:47.371" v="109" actId="26606"/>
          <ac:spMkLst>
            <pc:docMk/>
            <pc:sldMk cId="0" sldId="257"/>
            <ac:spMk id="16" creationId="{E3020543-B24B-4EC4-8FFC-8DD88EEA91A8}"/>
          </ac:spMkLst>
        </pc:spChg>
        <pc:cxnChg chg="add">
          <ac:chgData name="Rezaur Rahman" userId="3a4486d7030a1889" providerId="LiveId" clId="{D1B430C1-0409-411D-B3DE-A0AB3CF13E85}" dt="2026-05-01T01:54:47.371" v="109" actId="26606"/>
          <ac:cxnSpMkLst>
            <pc:docMk/>
            <pc:sldMk cId="0" sldId="257"/>
            <ac:cxnSpMk id="18" creationId="{C49DA8F6-BCC1-4447-B54C-57856834B94B}"/>
          </ac:cxnSpMkLst>
        </pc:cxnChg>
      </pc:sldChg>
      <pc:sldChg chg="addSp modSp mod setBg">
        <pc:chgData name="Rezaur Rahman" userId="3a4486d7030a1889" providerId="LiveId" clId="{D1B430C1-0409-411D-B3DE-A0AB3CF13E85}" dt="2026-05-01T01:39:32.073" v="22" actId="14100"/>
        <pc:sldMkLst>
          <pc:docMk/>
          <pc:sldMk cId="0" sldId="258"/>
        </pc:sldMkLst>
        <pc:spChg chg="mod">
          <ac:chgData name="Rezaur Rahman" userId="3a4486d7030a1889" providerId="LiveId" clId="{D1B430C1-0409-411D-B3DE-A0AB3CF13E85}" dt="2026-05-01T01:39:11.738" v="17" actId="27636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Rezaur Rahman" userId="3a4486d7030a1889" providerId="LiveId" clId="{D1B430C1-0409-411D-B3DE-A0AB3CF13E85}" dt="2026-05-01T01:39:32.073" v="22" actId="14100"/>
          <ac:spMkLst>
            <pc:docMk/>
            <pc:sldMk cId="0" sldId="258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39:11.722" v="16" actId="26606"/>
          <ac:spMkLst>
            <pc:docMk/>
            <pc:sldMk cId="0" sldId="258"/>
            <ac:spMk id="10" creationId="{A2679492-7988-4050-9056-542444452411}"/>
          </ac:spMkLst>
        </pc:spChg>
        <pc:spChg chg="add">
          <ac:chgData name="Rezaur Rahman" userId="3a4486d7030a1889" providerId="LiveId" clId="{D1B430C1-0409-411D-B3DE-A0AB3CF13E85}" dt="2026-05-01T01:39:11.722" v="16" actId="26606"/>
          <ac:spMkLst>
            <pc:docMk/>
            <pc:sldMk cId="0" sldId="258"/>
            <ac:spMk id="12" creationId="{B091B163-7D61-4891-ABCF-5C13D9C418D0}"/>
          </ac:spMkLst>
        </pc:spChg>
        <pc:picChg chg="add mod">
          <ac:chgData name="Rezaur Rahman" userId="3a4486d7030a1889" providerId="LiveId" clId="{D1B430C1-0409-411D-B3DE-A0AB3CF13E85}" dt="2026-05-01T01:39:20.508" v="19" actId="14100"/>
          <ac:picMkLst>
            <pc:docMk/>
            <pc:sldMk cId="0" sldId="258"/>
            <ac:picMk id="5" creationId="{8981E6A7-C8D2-E850-4BDF-6B8064A8B0C0}"/>
          </ac:picMkLst>
        </pc:picChg>
        <pc:cxnChg chg="add">
          <ac:chgData name="Rezaur Rahman" userId="3a4486d7030a1889" providerId="LiveId" clId="{D1B430C1-0409-411D-B3DE-A0AB3CF13E85}" dt="2026-05-01T01:39:11.722" v="16" actId="26606"/>
          <ac:cxnSpMkLst>
            <pc:docMk/>
            <pc:sldMk cId="0" sldId="258"/>
            <ac:cxnSpMk id="14" creationId="{C49DA8F6-BCC1-4447-B54C-57856834B94B}"/>
          </ac:cxnSpMkLst>
        </pc:cxnChg>
      </pc:sldChg>
      <pc:sldChg chg="addSp modSp mod setBg">
        <pc:chgData name="Rezaur Rahman" userId="3a4486d7030a1889" providerId="LiveId" clId="{D1B430C1-0409-411D-B3DE-A0AB3CF13E85}" dt="2026-05-01T01:40:04.226" v="30" actId="403"/>
        <pc:sldMkLst>
          <pc:docMk/>
          <pc:sldMk cId="0" sldId="259"/>
        </pc:sldMkLst>
        <pc:spChg chg="mod">
          <ac:chgData name="Rezaur Rahman" userId="3a4486d7030a1889" providerId="LiveId" clId="{D1B430C1-0409-411D-B3DE-A0AB3CF13E85}" dt="2026-05-01T01:39:57.269" v="26" actId="2763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Rezaur Rahman" userId="3a4486d7030a1889" providerId="LiveId" clId="{D1B430C1-0409-411D-B3DE-A0AB3CF13E85}" dt="2026-05-01T01:40:04.226" v="30" actId="403"/>
          <ac:spMkLst>
            <pc:docMk/>
            <pc:sldMk cId="0" sldId="259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39:57.233" v="25" actId="26606"/>
          <ac:spMkLst>
            <pc:docMk/>
            <pc:sldMk cId="0" sldId="259"/>
            <ac:spMk id="10" creationId="{A2679492-7988-4050-9056-542444452411}"/>
          </ac:spMkLst>
        </pc:spChg>
        <pc:spChg chg="add">
          <ac:chgData name="Rezaur Rahman" userId="3a4486d7030a1889" providerId="LiveId" clId="{D1B430C1-0409-411D-B3DE-A0AB3CF13E85}" dt="2026-05-01T01:39:57.233" v="25" actId="26606"/>
          <ac:spMkLst>
            <pc:docMk/>
            <pc:sldMk cId="0" sldId="259"/>
            <ac:spMk id="12" creationId="{B091B163-7D61-4891-ABCF-5C13D9C418D0}"/>
          </ac:spMkLst>
        </pc:spChg>
        <pc:picChg chg="add mod">
          <ac:chgData name="Rezaur Rahman" userId="3a4486d7030a1889" providerId="LiveId" clId="{D1B430C1-0409-411D-B3DE-A0AB3CF13E85}" dt="2026-05-01T01:39:57.233" v="25" actId="26606"/>
          <ac:picMkLst>
            <pc:docMk/>
            <pc:sldMk cId="0" sldId="259"/>
            <ac:picMk id="5" creationId="{86301182-6A25-2CD9-DD4D-D6C6093C75F2}"/>
          </ac:picMkLst>
        </pc:picChg>
        <pc:cxnChg chg="add">
          <ac:chgData name="Rezaur Rahman" userId="3a4486d7030a1889" providerId="LiveId" clId="{D1B430C1-0409-411D-B3DE-A0AB3CF13E85}" dt="2026-05-01T01:39:57.233" v="25" actId="26606"/>
          <ac:cxnSpMkLst>
            <pc:docMk/>
            <pc:sldMk cId="0" sldId="259"/>
            <ac:cxnSpMk id="14" creationId="{C49DA8F6-BCC1-4447-B54C-57856834B94B}"/>
          </ac:cxnSpMkLst>
        </pc:cxnChg>
      </pc:sldChg>
      <pc:sldChg chg="addSp delSp modSp mod setBg">
        <pc:chgData name="Rezaur Rahman" userId="3a4486d7030a1889" providerId="LiveId" clId="{D1B430C1-0409-411D-B3DE-A0AB3CF13E85}" dt="2026-05-01T01:51:52.074" v="79" actId="26606"/>
        <pc:sldMkLst>
          <pc:docMk/>
          <pc:sldMk cId="0" sldId="260"/>
        </pc:sldMkLst>
        <pc:spChg chg="mod">
          <ac:chgData name="Rezaur Rahman" userId="3a4486d7030a1889" providerId="LiveId" clId="{D1B430C1-0409-411D-B3DE-A0AB3CF13E85}" dt="2026-05-01T01:51:52.074" v="79" actId="26606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Rezaur Rahman" userId="3a4486d7030a1889" providerId="LiveId" clId="{D1B430C1-0409-411D-B3DE-A0AB3CF13E85}" dt="2026-05-01T01:51:52.074" v="79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51:52.074" v="79" actId="26606"/>
          <ac:spMkLst>
            <pc:docMk/>
            <pc:sldMk cId="0" sldId="260"/>
            <ac:spMk id="25" creationId="{A2679492-7988-4050-9056-542444452411}"/>
          </ac:spMkLst>
        </pc:spChg>
        <pc:spChg chg="add">
          <ac:chgData name="Rezaur Rahman" userId="3a4486d7030a1889" providerId="LiveId" clId="{D1B430C1-0409-411D-B3DE-A0AB3CF13E85}" dt="2026-05-01T01:51:52.074" v="79" actId="26606"/>
          <ac:spMkLst>
            <pc:docMk/>
            <pc:sldMk cId="0" sldId="260"/>
            <ac:spMk id="27" creationId="{B091B163-7D61-4891-ABCF-5C13D9C418D0}"/>
          </ac:spMkLst>
        </pc:spChg>
        <pc:picChg chg="add mod">
          <ac:chgData name="Rezaur Rahman" userId="3a4486d7030a1889" providerId="LiveId" clId="{D1B430C1-0409-411D-B3DE-A0AB3CF13E85}" dt="2026-05-01T01:51:52.074" v="79" actId="26606"/>
          <ac:picMkLst>
            <pc:docMk/>
            <pc:sldMk cId="0" sldId="260"/>
            <ac:picMk id="7" creationId="{4E94CB77-5F9B-B9D5-93E5-E823F2156F07}"/>
          </ac:picMkLst>
        </pc:picChg>
      </pc:sldChg>
      <pc:sldChg chg="addSp delSp modSp mod setBg">
        <pc:chgData name="Rezaur Rahman" userId="3a4486d7030a1889" providerId="LiveId" clId="{D1B430C1-0409-411D-B3DE-A0AB3CF13E85}" dt="2026-05-01T01:53:45.883" v="95" actId="27636"/>
        <pc:sldMkLst>
          <pc:docMk/>
          <pc:sldMk cId="0" sldId="261"/>
        </pc:sldMkLst>
        <pc:spChg chg="mod">
          <ac:chgData name="Rezaur Rahman" userId="3a4486d7030a1889" providerId="LiveId" clId="{D1B430C1-0409-411D-B3DE-A0AB3CF13E85}" dt="2026-05-01T01:53:15.517" v="88" actId="26606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Rezaur Rahman" userId="3a4486d7030a1889" providerId="LiveId" clId="{D1B430C1-0409-411D-B3DE-A0AB3CF13E85}" dt="2026-05-01T01:53:45.883" v="95" actId="27636"/>
          <ac:spMkLst>
            <pc:docMk/>
            <pc:sldMk cId="0" sldId="261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53:15.517" v="88" actId="26606"/>
          <ac:spMkLst>
            <pc:docMk/>
            <pc:sldMk cId="0" sldId="261"/>
            <ac:spMk id="20" creationId="{A2679492-7988-4050-9056-542444452411}"/>
          </ac:spMkLst>
        </pc:spChg>
        <pc:spChg chg="add">
          <ac:chgData name="Rezaur Rahman" userId="3a4486d7030a1889" providerId="LiveId" clId="{D1B430C1-0409-411D-B3DE-A0AB3CF13E85}" dt="2026-05-01T01:53:15.517" v="88" actId="26606"/>
          <ac:spMkLst>
            <pc:docMk/>
            <pc:sldMk cId="0" sldId="261"/>
            <ac:spMk id="22" creationId="{B091B163-7D61-4891-ABCF-5C13D9C418D0}"/>
          </ac:spMkLst>
        </pc:spChg>
        <pc:picChg chg="add mod ord">
          <ac:chgData name="Rezaur Rahman" userId="3a4486d7030a1889" providerId="LiveId" clId="{D1B430C1-0409-411D-B3DE-A0AB3CF13E85}" dt="2026-05-01T01:53:15.517" v="88" actId="26606"/>
          <ac:picMkLst>
            <pc:docMk/>
            <pc:sldMk cId="0" sldId="261"/>
            <ac:picMk id="11" creationId="{566596EC-B172-8C70-F49E-DDE683237EAD}"/>
          </ac:picMkLst>
        </pc:picChg>
        <pc:picChg chg="add mod">
          <ac:chgData name="Rezaur Rahman" userId="3a4486d7030a1889" providerId="LiveId" clId="{D1B430C1-0409-411D-B3DE-A0AB3CF13E85}" dt="2026-05-01T01:53:15.517" v="88" actId="26606"/>
          <ac:picMkLst>
            <pc:docMk/>
            <pc:sldMk cId="0" sldId="261"/>
            <ac:picMk id="15" creationId="{207A92FA-B389-A942-A10D-3450D7CE9F3B}"/>
          </ac:picMkLst>
        </pc:picChg>
        <pc:cxnChg chg="add">
          <ac:chgData name="Rezaur Rahman" userId="3a4486d7030a1889" providerId="LiveId" clId="{D1B430C1-0409-411D-B3DE-A0AB3CF13E85}" dt="2026-05-01T01:53:15.517" v="88" actId="26606"/>
          <ac:cxnSpMkLst>
            <pc:docMk/>
            <pc:sldMk cId="0" sldId="261"/>
            <ac:cxnSpMk id="24" creationId="{C49DA8F6-BCC1-4447-B54C-57856834B94B}"/>
          </ac:cxnSpMkLst>
        </pc:cxnChg>
      </pc:sldChg>
      <pc:sldChg chg="addSp delSp modSp mod modAnim">
        <pc:chgData name="Rezaur Rahman" userId="3a4486d7030a1889" providerId="LiveId" clId="{D1B430C1-0409-411D-B3DE-A0AB3CF13E85}" dt="2026-05-01T01:50:46.188" v="76" actId="478"/>
        <pc:sldMkLst>
          <pc:docMk/>
          <pc:sldMk cId="0" sldId="262"/>
        </pc:sldMkLst>
        <pc:picChg chg="add mod">
          <ac:chgData name="Rezaur Rahman" userId="3a4486d7030a1889" providerId="LiveId" clId="{D1B430C1-0409-411D-B3DE-A0AB3CF13E85}" dt="2026-05-01T01:50:39.305" v="74" actId="14100"/>
          <ac:picMkLst>
            <pc:docMk/>
            <pc:sldMk cId="0" sldId="262"/>
            <ac:picMk id="4" creationId="{B4F7D270-16AE-C4BE-F8AC-E231770D3D34}"/>
          </ac:picMkLst>
        </pc:picChg>
      </pc:sldChg>
      <pc:sldChg chg="modSp mod">
        <pc:chgData name="Rezaur Rahman" userId="3a4486d7030a1889" providerId="LiveId" clId="{D1B430C1-0409-411D-B3DE-A0AB3CF13E85}" dt="2026-05-01T01:54:19.123" v="101" actId="27636"/>
        <pc:sldMkLst>
          <pc:docMk/>
          <pc:sldMk cId="0" sldId="263"/>
        </pc:sldMkLst>
        <pc:spChg chg="mod">
          <ac:chgData name="Rezaur Rahman" userId="3a4486d7030a1889" providerId="LiveId" clId="{D1B430C1-0409-411D-B3DE-A0AB3CF13E85}" dt="2026-05-01T01:54:19.123" v="101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Rezaur Rahman" userId="3a4486d7030a1889" providerId="LiveId" clId="{D1B430C1-0409-411D-B3DE-A0AB3CF13E85}" dt="2026-05-01T01:54:36.511" v="108" actId="403"/>
        <pc:sldMkLst>
          <pc:docMk/>
          <pc:sldMk cId="0" sldId="264"/>
        </pc:sldMkLst>
        <pc:spChg chg="mod">
          <ac:chgData name="Rezaur Rahman" userId="3a4486d7030a1889" providerId="LiveId" clId="{D1B430C1-0409-411D-B3DE-A0AB3CF13E85}" dt="2026-05-01T01:54:36.511" v="108" actId="403"/>
          <ac:spMkLst>
            <pc:docMk/>
            <pc:sldMk cId="0" sldId="264"/>
            <ac:spMk id="3" creationId="{00000000-0000-0000-0000-000000000000}"/>
          </ac:spMkLst>
        </pc:spChg>
      </pc:sldChg>
      <pc:sldChg chg="addSp modSp mod setBg">
        <pc:chgData name="Rezaur Rahman" userId="3a4486d7030a1889" providerId="LiveId" clId="{D1B430C1-0409-411D-B3DE-A0AB3CF13E85}" dt="2026-05-01T01:55:16.847" v="112" actId="26606"/>
        <pc:sldMkLst>
          <pc:docMk/>
          <pc:sldMk cId="0" sldId="265"/>
        </pc:sldMkLst>
        <pc:spChg chg="mod">
          <ac:chgData name="Rezaur Rahman" userId="3a4486d7030a1889" providerId="LiveId" clId="{D1B430C1-0409-411D-B3DE-A0AB3CF13E85}" dt="2026-05-01T01:55:16.847" v="112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Rezaur Rahman" userId="3a4486d7030a1889" providerId="LiveId" clId="{D1B430C1-0409-411D-B3DE-A0AB3CF13E85}" dt="2026-05-01T01:55:16.847" v="112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Rezaur Rahman" userId="3a4486d7030a1889" providerId="LiveId" clId="{D1B430C1-0409-411D-B3DE-A0AB3CF13E85}" dt="2026-05-01T01:55:16.847" v="112" actId="26606"/>
          <ac:spMkLst>
            <pc:docMk/>
            <pc:sldMk cId="0" sldId="265"/>
            <ac:spMk id="8" creationId="{5E7AA7E8-8006-4E1F-A566-FCF37EE6F35D}"/>
          </ac:spMkLst>
        </pc:spChg>
        <pc:cxnChg chg="add">
          <ac:chgData name="Rezaur Rahman" userId="3a4486d7030a1889" providerId="LiveId" clId="{D1B430C1-0409-411D-B3DE-A0AB3CF13E85}" dt="2026-05-01T01:55:16.847" v="112" actId="26606"/>
          <ac:cxnSpMkLst>
            <pc:docMk/>
            <pc:sldMk cId="0" sldId="265"/>
            <ac:cxnSpMk id="10" creationId="{56020367-4FD5-4596-8E10-C5F095CD8DBF}"/>
          </ac:cxnSpMkLst>
        </pc:cxnChg>
      </pc:sldChg>
      <pc:sldChg chg="addSp modSp new mod setBg">
        <pc:chgData name="Rezaur Rahman" userId="3a4486d7030a1889" providerId="LiveId" clId="{D1B430C1-0409-411D-B3DE-A0AB3CF13E85}" dt="2026-05-01T02:03:50.046" v="133" actId="14100"/>
        <pc:sldMkLst>
          <pc:docMk/>
          <pc:sldMk cId="2609379702" sldId="266"/>
        </pc:sldMkLst>
        <pc:spChg chg="mod">
          <ac:chgData name="Rezaur Rahman" userId="3a4486d7030a1889" providerId="LiveId" clId="{D1B430C1-0409-411D-B3DE-A0AB3CF13E85}" dt="2026-05-01T02:02:55.293" v="122" actId="26606"/>
          <ac:spMkLst>
            <pc:docMk/>
            <pc:sldMk cId="2609379702" sldId="266"/>
            <ac:spMk id="2" creationId="{4D947ABF-3DDD-19DE-0362-B089562EE6F1}"/>
          </ac:spMkLst>
        </pc:spChg>
        <pc:spChg chg="mod">
          <ac:chgData name="Rezaur Rahman" userId="3a4486d7030a1889" providerId="LiveId" clId="{D1B430C1-0409-411D-B3DE-A0AB3CF13E85}" dt="2026-05-01T02:03:33.912" v="131" actId="27636"/>
          <ac:spMkLst>
            <pc:docMk/>
            <pc:sldMk cId="2609379702" sldId="266"/>
            <ac:spMk id="3" creationId="{EB735F29-EE3D-01CC-2A72-2E65B92ED238}"/>
          </ac:spMkLst>
        </pc:spChg>
        <pc:spChg chg="add">
          <ac:chgData name="Rezaur Rahman" userId="3a4486d7030a1889" providerId="LiveId" clId="{D1B430C1-0409-411D-B3DE-A0AB3CF13E85}" dt="2026-05-01T02:02:55.293" v="122" actId="26606"/>
          <ac:spMkLst>
            <pc:docMk/>
            <pc:sldMk cId="2609379702" sldId="266"/>
            <ac:spMk id="9" creationId="{A2679492-7988-4050-9056-542444452411}"/>
          </ac:spMkLst>
        </pc:spChg>
        <pc:spChg chg="add">
          <ac:chgData name="Rezaur Rahman" userId="3a4486d7030a1889" providerId="LiveId" clId="{D1B430C1-0409-411D-B3DE-A0AB3CF13E85}" dt="2026-05-01T02:02:55.293" v="122" actId="26606"/>
          <ac:spMkLst>
            <pc:docMk/>
            <pc:sldMk cId="2609379702" sldId="266"/>
            <ac:spMk id="11" creationId="{B091B163-7D61-4891-ABCF-5C13D9C418D0}"/>
          </ac:spMkLst>
        </pc:spChg>
        <pc:graphicFrameChg chg="add mod modGraphic">
          <ac:chgData name="Rezaur Rahman" userId="3a4486d7030a1889" providerId="LiveId" clId="{D1B430C1-0409-411D-B3DE-A0AB3CF13E85}" dt="2026-05-01T02:03:50.046" v="133" actId="14100"/>
          <ac:graphicFrameMkLst>
            <pc:docMk/>
            <pc:sldMk cId="2609379702" sldId="266"/>
            <ac:graphicFrameMk id="4" creationId="{609A5788-9335-8517-76B3-3F1828C95949}"/>
          </ac:graphicFrameMkLst>
        </pc:graphicFrameChg>
        <pc:cxnChg chg="add">
          <ac:chgData name="Rezaur Rahman" userId="3a4486d7030a1889" providerId="LiveId" clId="{D1B430C1-0409-411D-B3DE-A0AB3CF13E85}" dt="2026-05-01T02:02:55.293" v="122" actId="26606"/>
          <ac:cxnSpMkLst>
            <pc:docMk/>
            <pc:sldMk cId="2609379702" sldId="266"/>
            <ac:cxnSpMk id="13" creationId="{C49DA8F6-BCC1-4447-B54C-57856834B94B}"/>
          </ac:cxnSpMkLst>
        </pc:cxnChg>
      </pc:sldChg>
      <pc:sldChg chg="addSp delSp modSp new mod modNotesTx">
        <pc:chgData name="Rezaur Rahman" userId="3a4486d7030a1889" providerId="LiveId" clId="{D1B430C1-0409-411D-B3DE-A0AB3CF13E85}" dt="2026-05-09T22:38:31.527" v="182" actId="20577"/>
        <pc:sldMkLst>
          <pc:docMk/>
          <pc:sldMk cId="696402965" sldId="267"/>
        </pc:sldMkLst>
        <pc:spChg chg="mod">
          <ac:chgData name="Rezaur Rahman" userId="3a4486d7030a1889" providerId="LiveId" clId="{D1B430C1-0409-411D-B3DE-A0AB3CF13E85}" dt="2026-05-09T22:38:31.527" v="182" actId="20577"/>
          <ac:spMkLst>
            <pc:docMk/>
            <pc:sldMk cId="696402965" sldId="267"/>
            <ac:spMk id="3" creationId="{0ED2712C-8E5B-8817-BB21-0F8346DF9904}"/>
          </ac:spMkLst>
        </pc:spChg>
        <pc:spChg chg="add mod">
          <ac:chgData name="Rezaur Rahman" userId="3a4486d7030a1889" providerId="LiveId" clId="{D1B430C1-0409-411D-B3DE-A0AB3CF13E85}" dt="2026-05-06T04:14:03.487" v="158" actId="1076"/>
          <ac:spMkLst>
            <pc:docMk/>
            <pc:sldMk cId="696402965" sldId="267"/>
            <ac:spMk id="4" creationId="{5EA6C3F7-0D0B-823C-C4FE-61B913A841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3106B-4F90-4C71-93C3-93A56ADD1AE8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00D15-0F85-4016-B7DE-5C0F2987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4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n-IN" dirty="0"/>
              <a:t>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00D15-0F85-4016-B7DE-5C0F29877E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বাস টপোলজি বোঝাতে ট্রেনের বগির উদাহরণ দিন।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স্টার টপোলজিতে সুইচের গুরুত্ব বুঝিয়ে বলুন। বলুন যে, বর্তমানে আমাদের ল্যাবেও এটিই আছে।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কুইজের উত্তরগুলো নিয়ে ক্লাসে ওপেন ডিসকাশন করুন (১. স্টার, ২. ব্যাকবোন, ৩. রিং)।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bqrNg4C98U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9419" y="583345"/>
            <a:ext cx="7158492" cy="4164820"/>
          </a:xfrm>
        </p:spPr>
        <p:txBody>
          <a:bodyPr anchor="t">
            <a:normAutofit fontScale="90000"/>
          </a:bodyPr>
          <a:lstStyle/>
          <a:p>
            <a:pPr algn="r"/>
            <a:r>
              <a:rPr lang="bn-IN" sz="7900">
                <a:solidFill>
                  <a:srgbClr val="FFFFFF"/>
                </a:solidFill>
              </a:rPr>
              <a:t>নেটওয়ার্ক টপোলজি (</a:t>
            </a:r>
            <a:r>
              <a:rPr lang="en-US" sz="7900">
                <a:solidFill>
                  <a:srgbClr val="FFFFFF"/>
                </a:solidFill>
              </a:rPr>
              <a:t>Network Topology) 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7913" y="5972174"/>
            <a:ext cx="8576465" cy="5048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bn-IN" sz="1300" dirty="0">
                <a:solidFill>
                  <a:srgbClr val="FFFFFF"/>
                </a:solidFill>
              </a:rPr>
              <a:t>কম্পিউটার সংযোগের বিভিন্ন পদ্ধতি ও কৌশল।</a:t>
            </a:r>
          </a:p>
          <a:p>
            <a:pPr algn="l">
              <a:lnSpc>
                <a:spcPct val="90000"/>
              </a:lnSpc>
            </a:pPr>
            <a:r>
              <a:rPr lang="bn-IN" sz="1300" dirty="0">
                <a:solidFill>
                  <a:srgbClr val="FFFFFF"/>
                </a:solidFill>
              </a:rPr>
              <a:t>শিক্ষক: মো. রেজাউর রহমান।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3454" y="583345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2140" y="812640"/>
            <a:ext cx="91115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7918" y="1037066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5891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3603" y="5636680"/>
            <a:ext cx="15149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2246" y="6096759"/>
            <a:ext cx="108597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1539" y="6238029"/>
            <a:ext cx="95734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2712C-8E5B-8817-BB21-0F8346DF9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329184"/>
            <a:ext cx="4864608" cy="57969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bn-IN" b="1" dirty="0"/>
              <a:t>হোমওয়ার্ক</a:t>
            </a:r>
            <a:r>
              <a:rPr lang="en-US" b="1" dirty="0"/>
              <a:t> (</a:t>
            </a:r>
            <a:r>
              <a:rPr lang="bn-IN" b="1"/>
              <a:t>গত সপ্তাহ </a:t>
            </a:r>
            <a:r>
              <a:rPr lang="bn-IN" b="1" dirty="0"/>
              <a:t>)</a:t>
            </a:r>
            <a:endParaRPr lang="bn-IN" dirty="0"/>
          </a:p>
          <a:p>
            <a:pPr marL="0" indent="0">
              <a:buNone/>
            </a:pPr>
            <a:r>
              <a:rPr lang="bn-IN" dirty="0"/>
              <a:t>১. নেটওয়ার্ক তৈরি করতে সর্বনিম্ন কয়টি কম্পিউটার প্রয়োজন?</a:t>
            </a:r>
          </a:p>
          <a:p>
            <a:r>
              <a:rPr lang="bn-IN" dirty="0"/>
              <a:t>ক) ১টি</a:t>
            </a:r>
          </a:p>
          <a:p>
            <a:r>
              <a:rPr lang="bn-IN" dirty="0"/>
              <a:t>খ) ২টি</a:t>
            </a:r>
          </a:p>
          <a:p>
            <a:r>
              <a:rPr lang="bn-IN" dirty="0"/>
              <a:t>গ) ৪টি</a:t>
            </a:r>
          </a:p>
          <a:p>
            <a:r>
              <a:rPr lang="bn-IN" dirty="0"/>
              <a:t>ঘ) ১০টি</a:t>
            </a:r>
          </a:p>
          <a:p>
            <a:pPr marL="0" indent="0">
              <a:buNone/>
            </a:pPr>
            <a:r>
              <a:rPr lang="bn-IN" dirty="0"/>
              <a:t>২. ক্লায়েন্টকে বিভিন্ন সেবা প্রদানকারী শক্তিশালী কম্পিউটারকে কী বলা হয়?</a:t>
            </a:r>
          </a:p>
          <a:p>
            <a:r>
              <a:rPr lang="bn-IN" dirty="0"/>
              <a:t>ক) ইউজার</a:t>
            </a:r>
          </a:p>
          <a:p>
            <a:r>
              <a:rPr lang="bn-IN" dirty="0"/>
              <a:t>খ) মডেম</a:t>
            </a:r>
          </a:p>
          <a:p>
            <a:r>
              <a:rPr lang="bn-IN" dirty="0"/>
              <a:t>গ) সার্ভার</a:t>
            </a:r>
          </a:p>
          <a:p>
            <a:r>
              <a:rPr lang="bn-IN" dirty="0"/>
              <a:t>ঘ) রিসোর্স</a:t>
            </a:r>
          </a:p>
          <a:p>
            <a:pPr marL="0" indent="0">
              <a:buNone/>
            </a:pPr>
            <a:r>
              <a:rPr lang="bn-IN" dirty="0"/>
              <a:t>৩. নেটওয়ার্কের কম্পিউটারগুলো যে ভাষা বা নিয়ম মেনে চলে তাকে কী বলে?</a:t>
            </a:r>
          </a:p>
          <a:p>
            <a:r>
              <a:rPr lang="bn-IN" dirty="0"/>
              <a:t>ক) মিডিয়া</a:t>
            </a:r>
          </a:p>
          <a:p>
            <a:r>
              <a:rPr lang="bn-IN" dirty="0"/>
              <a:t>খ) প্রটোকল</a:t>
            </a:r>
          </a:p>
          <a:p>
            <a:r>
              <a:rPr lang="bn-IN" dirty="0"/>
              <a:t>গ) অ্যাডাপ্টার</a:t>
            </a:r>
          </a:p>
          <a:p>
            <a:r>
              <a:rPr lang="bn-IN" dirty="0"/>
              <a:t>ঘ) হাব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A6C3F7-0D0B-823C-C4FE-61B913A84196}"/>
              </a:ext>
            </a:extLst>
          </p:cNvPr>
          <p:cNvSpPr txBox="1">
            <a:spLocks/>
          </p:cNvSpPr>
          <p:nvPr/>
        </p:nvSpPr>
        <p:spPr>
          <a:xfrm>
            <a:off x="6562344" y="481584"/>
            <a:ext cx="4617720" cy="579697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bn-IN" dirty="0"/>
              <a:t>৪. একটি কম্পিউটারকে নেটওয়ার্কের সাথে যুক্ত করার জন্য কোনটি অবশ্যই প্রয়োজন?</a:t>
            </a:r>
          </a:p>
          <a:p>
            <a:r>
              <a:rPr lang="bn-IN" dirty="0"/>
              <a:t>ক) এনআইসি (</a:t>
            </a:r>
            <a:r>
              <a:rPr lang="en-US" dirty="0"/>
              <a:t>NIC)</a:t>
            </a:r>
          </a:p>
          <a:p>
            <a:r>
              <a:rPr lang="bn-IN" dirty="0"/>
              <a:t>খ) প্রিন্টার</a:t>
            </a:r>
          </a:p>
          <a:p>
            <a:r>
              <a:rPr lang="bn-IN" dirty="0"/>
              <a:t>গ) স্ক্যানার</a:t>
            </a:r>
          </a:p>
          <a:p>
            <a:r>
              <a:rPr lang="bn-IN" dirty="0"/>
              <a:t>ঘ) পেনড্রাইভ</a:t>
            </a:r>
          </a:p>
          <a:p>
            <a:pPr marL="0" indent="0">
              <a:buNone/>
            </a:pPr>
            <a:r>
              <a:rPr lang="bn-IN" dirty="0"/>
              <a:t>৫. নিচের কোনটি নেটওয়ার্কের একটি 'রিসোর্স' হতে পারে?</a:t>
            </a:r>
          </a:p>
          <a:p>
            <a:r>
              <a:rPr lang="bn-IN" dirty="0"/>
              <a:t>ক) ইন্টারনেট সংযোগ</a:t>
            </a:r>
          </a:p>
          <a:p>
            <a:r>
              <a:rPr lang="bn-IN" dirty="0"/>
              <a:t>খ) প্রিন্টার</a:t>
            </a:r>
          </a:p>
          <a:p>
            <a:r>
              <a:rPr lang="bn-IN" dirty="0"/>
              <a:t>গ) কোনো সফটওয়্যার</a:t>
            </a:r>
          </a:p>
          <a:p>
            <a:r>
              <a:rPr lang="bn-IN" dirty="0"/>
              <a:t>ঘ) উপরের সবকটি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40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47ABF-3DDD-19DE-0362-B089562E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421" y="501651"/>
            <a:ext cx="4394195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/>
              <a:t>নেটওয়ার্কের ভৌগোলিক বিস্তৃতি (Types of Network by Area)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5F29-EE3D-01CC-2A72-2E65B92ED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18" y="2645922"/>
            <a:ext cx="4433566" cy="371042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bn-IN" sz="3600" dirty="0">
                <a:solidFill>
                  <a:schemeClr val="tx1">
                    <a:alpha val="80000"/>
                  </a:schemeClr>
                </a:solidFill>
              </a:rPr>
              <a:t>কম্পিউটারগুলো কতটুকু জায়গা জুড়ে বিস্তৃত থাকে, তার ওপর ভিত্তি করে নেটওয়ার্ককে মূলত চার ভাগে ভাগ করা হয়:</a:t>
            </a:r>
            <a:endParaRPr lang="en-US" sz="36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9A5788-9335-8517-76B3-3F1828C95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43393"/>
              </p:ext>
            </p:extLst>
          </p:nvPr>
        </p:nvGraphicFramePr>
        <p:xfrm>
          <a:off x="1" y="1399032"/>
          <a:ext cx="5778404" cy="425196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451718">
                  <a:extLst>
                    <a:ext uri="{9D8B030D-6E8A-4147-A177-3AD203B41FA5}">
                      <a16:colId xmlns:a16="http://schemas.microsoft.com/office/drawing/2014/main" val="123308005"/>
                    </a:ext>
                  </a:extLst>
                </a:gridCol>
                <a:gridCol w="2053345">
                  <a:extLst>
                    <a:ext uri="{9D8B030D-6E8A-4147-A177-3AD203B41FA5}">
                      <a16:colId xmlns:a16="http://schemas.microsoft.com/office/drawing/2014/main" val="1500200470"/>
                    </a:ext>
                  </a:extLst>
                </a:gridCol>
                <a:gridCol w="2273341">
                  <a:extLst>
                    <a:ext uri="{9D8B030D-6E8A-4147-A177-3AD203B41FA5}">
                      <a16:colId xmlns:a16="http://schemas.microsoft.com/office/drawing/2014/main" val="1621015372"/>
                    </a:ext>
                  </a:extLst>
                </a:gridCol>
              </a:tblGrid>
              <a:tr h="609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নেটওয়ার্ক</a:t>
                      </a:r>
                    </a:p>
                  </a:txBody>
                  <a:tcPr marL="151860" marR="116815" marT="116815" marB="116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পূর্ণরূপ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এলাকা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914558"/>
                  </a:ext>
                </a:extLst>
              </a:tr>
              <a:tr h="91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PAN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1860" marR="116815" marT="116815" marB="116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Personal Area Network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ব্যক্তিগত (খুব ছোট) 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900101"/>
                  </a:ext>
                </a:extLst>
              </a:tr>
              <a:tr h="91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LAN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1860" marR="116815" marT="116815" marB="116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Local Area Network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স্কুল/অফিস (ছোট) 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60449"/>
                  </a:ext>
                </a:extLst>
              </a:tr>
              <a:tr h="91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MAN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1860" marR="116815" marT="116815" marB="116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Metropolitan Area Network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>
                          <a:solidFill>
                            <a:schemeClr val="tx1"/>
                          </a:solidFill>
                        </a:rPr>
                        <a:t>শহর (মাঝারি) 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017770"/>
                  </a:ext>
                </a:extLst>
              </a:tr>
              <a:tr h="91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WAN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1860" marR="116815" marT="116815" marB="11681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Wide Area Network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n-IN" sz="1800" cap="none" spc="0" dirty="0">
                          <a:solidFill>
                            <a:schemeClr val="tx1"/>
                          </a:solidFill>
                        </a:rPr>
                        <a:t>বিশ্বব্যাপী (বিশাল)</a:t>
                      </a:r>
                    </a:p>
                  </a:txBody>
                  <a:tcPr marL="151860" marR="116815" marT="116815" marB="11681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7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37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476" y="554152"/>
            <a:ext cx="5740693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747" y="1289765"/>
            <a:ext cx="3650150" cy="4270963"/>
          </a:xfrm>
        </p:spPr>
        <p:txBody>
          <a:bodyPr anchor="ctr">
            <a:normAutofit/>
          </a:bodyPr>
          <a:lstStyle/>
          <a:p>
            <a:r>
              <a:rPr lang="bn-IN" sz="5500">
                <a:solidFill>
                  <a:srgbClr val="FFFFFF"/>
                </a:solidFill>
              </a:rPr>
              <a:t>নেটওয়ার্ক টপোলজি কী?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200" y="374394"/>
            <a:ext cx="171470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65" y="1084507"/>
            <a:ext cx="157504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5593" y="518400"/>
            <a:ext cx="4770364" cy="5837949"/>
          </a:xfrm>
        </p:spPr>
        <p:txBody>
          <a:bodyPr anchor="ctr">
            <a:normAutofit/>
          </a:bodyPr>
          <a:lstStyle/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সংজ্ঞা: একটি নেটওয়ার্কের ভেতরে কম্পিউটারগুলো একে অপরের সাথে কীভাবে শারীরিকভাবে যুক্ত থাকে, সেই নকশা বা পদ্ধতিকেই টপোলজি বলা হয়।</a:t>
            </a:r>
          </a:p>
          <a:p>
            <a:endParaRPr lang="bn-IN" sz="2800" dirty="0">
              <a:solidFill>
                <a:schemeClr val="tx1">
                  <a:alpha val="80000"/>
                </a:schemeClr>
              </a:solidFill>
              <a:latin typeface="Calibri"/>
            </a:endParaRP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সহজ উদাহরণ: যেমন একটি শ্রেণিকক্ষে বেঞ্চগুলো সারিবদ্ধভাবে বা গোল হয়ে সাজানো যায়, কম্পিউটারগুলোকেও তেমন বিভিন্ন নকশায় সাজানো যায়।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131" y="5751820"/>
            <a:ext cx="11239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421" y="501651"/>
            <a:ext cx="4394195" cy="1716255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bn-IN" sz="5500"/>
              <a:t>বাস টপোলজি (</a:t>
            </a:r>
            <a:r>
              <a:rPr lang="en-US" sz="5500"/>
              <a:t>Bus Topology)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1E6A7-C8D2-E850-4BDF-6B8064A8B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70" y="818868"/>
            <a:ext cx="5245831" cy="522026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6796" y="2367816"/>
            <a:ext cx="4577688" cy="3988534"/>
          </a:xfrm>
        </p:spPr>
        <p:txBody>
          <a:bodyPr anchor="t">
            <a:normAutofit/>
          </a:bodyPr>
          <a:lstStyle/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বৈশিষ্ট্য: একটি মূল লাইনের (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Backbone) </a:t>
            </a:r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সাথে সব কম্পিউটার যুক্ত থাকে।</a:t>
            </a: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সুবিধা: খরচ কম এবং সহজে তৈরি করা যায়।</a:t>
            </a: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অসুবিধা: মূল লাইনটি নষ্ট হলে পুরো নেটওয়ার্ক অকেজো হয়ে যায়।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18" y="501651"/>
            <a:ext cx="4413698" cy="1716255"/>
          </a:xfrm>
        </p:spPr>
        <p:txBody>
          <a:bodyPr anchor="b">
            <a:normAutofit fontScale="90000"/>
          </a:bodyPr>
          <a:lstStyle/>
          <a:p>
            <a:r>
              <a:rPr lang="bn-IN" sz="5100"/>
              <a:t>রিং টপোলজি (</a:t>
            </a:r>
            <a:r>
              <a:rPr lang="en-US" sz="5100"/>
              <a:t>Ring Topology)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01182-6A25-2CD9-DD4D-D6C6093C7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08" r="24953" b="1"/>
          <a:stretch>
            <a:fillRect/>
          </a:stretch>
        </p:blipFill>
        <p:spPr>
          <a:xfrm>
            <a:off x="279070" y="299509"/>
            <a:ext cx="5220265" cy="625898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918" y="2645922"/>
            <a:ext cx="4433566" cy="3710427"/>
          </a:xfrm>
        </p:spPr>
        <p:txBody>
          <a:bodyPr anchor="t">
            <a:normAutofit fontScale="92500" lnSpcReduction="10000"/>
          </a:bodyPr>
          <a:lstStyle/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বৈশিষ্ট্য: প্রতিটি কম্পিউটার তার পাশের দুটি কম্পিউটারের সাথে যুক্ত হয়ে একটি বৃত্তাকার পথ তৈরি করে।</a:t>
            </a: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তথ্য প্রবাহ: তথ্য এখানে নির্দিষ্ট একদিকে ঘোরে।</a:t>
            </a: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ঝুঁকি: একটি কম্পিউটার নষ্ট হলে পুরো নেটওয়ার্ক বন্ধ হয়ে যায়।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0421" y="501651"/>
            <a:ext cx="4394195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bn-IN" sz="3900"/>
              <a:t>স্টার টপোলজি (</a:t>
            </a:r>
            <a:r>
              <a:rPr lang="en-US" sz="3900"/>
              <a:t>Star Topology) – </a:t>
            </a:r>
            <a:r>
              <a:rPr lang="bn-IN" sz="3900"/>
              <a:t>সবচেয়ে জনপ্রিয়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4CB77-5F9B-B9D5-93E5-E823F2156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70" y="903698"/>
            <a:ext cx="5220265" cy="505060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918" y="2645922"/>
            <a:ext cx="4433566" cy="3710427"/>
          </a:xfrm>
        </p:spPr>
        <p:txBody>
          <a:bodyPr anchor="t">
            <a:normAutofit/>
          </a:bodyPr>
          <a:lstStyle/>
          <a:p>
            <a:r>
              <a:rPr lang="bn-IN" sz="2000">
                <a:solidFill>
                  <a:schemeClr val="tx1">
                    <a:alpha val="80000"/>
                  </a:schemeClr>
                </a:solidFill>
                <a:latin typeface="Calibri"/>
              </a:rPr>
              <a:t>বৈশিষ্ট্য: সব কম্পিউটার একটি কেন্দ্রীয় ডিভাইসের (সুইচ বা হাব) সাথে যুক্ত থাকে।</a:t>
            </a:r>
          </a:p>
          <a:p>
            <a:r>
              <a:rPr lang="bn-IN" sz="2000">
                <a:solidFill>
                  <a:schemeClr val="tx1">
                    <a:alpha val="80000"/>
                  </a:schemeClr>
                </a:solidFill>
                <a:latin typeface="Calibri"/>
              </a:rPr>
              <a:t>সুবিধা: কোনো একটি কম্পিউটার নষ্ট হলেও বাকি সব সচল থাকে। এটি মেরামত করা খুব সহজ।</a:t>
            </a:r>
          </a:p>
          <a:p>
            <a:r>
              <a:rPr lang="bn-IN" sz="2000">
                <a:solidFill>
                  <a:schemeClr val="tx1">
                    <a:alpha val="80000"/>
                  </a:schemeClr>
                </a:solidFill>
                <a:latin typeface="Calibri"/>
              </a:rPr>
              <a:t>ব্যবহার: বর্তমানের বেশিরভাগ অফিস ও স্কুল ল্যাবে এটি ব্যবহৃত হয়।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18" y="501651"/>
            <a:ext cx="4433565" cy="171625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bn-IN" sz="3900"/>
              <a:t>ট্রি ও মেশ টপোলজি (</a:t>
            </a:r>
            <a:r>
              <a:rPr lang="en-US" sz="3900"/>
              <a:t>Tree &amp; Mesh)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840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7A92FA-B389-A942-A10D-3450D7CE9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662" r="3" b="8672"/>
          <a:stretch>
            <a:fillRect/>
          </a:stretch>
        </p:blipFill>
        <p:spPr>
          <a:xfrm>
            <a:off x="279070" y="299508"/>
            <a:ext cx="5220265" cy="3010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6596EC-B172-8C70-F49E-DDE68323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96"/>
          <a:stretch>
            <a:fillRect/>
          </a:stretch>
        </p:blipFill>
        <p:spPr>
          <a:xfrm>
            <a:off x="279070" y="3548095"/>
            <a:ext cx="5220265" cy="30103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918" y="2645922"/>
            <a:ext cx="4433566" cy="3710427"/>
          </a:xfrm>
        </p:spPr>
        <p:txBody>
          <a:bodyPr anchor="t">
            <a:normAutofit lnSpcReduction="10000"/>
          </a:bodyPr>
          <a:lstStyle/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ট্রি টপোলজি: এটি অনেকগুলো স্টার টপোলজির সমষ্টি। দেখতে একটি গাছের মতো।</a:t>
            </a:r>
          </a:p>
          <a:p>
            <a:r>
              <a:rPr lang="bn-IN" sz="2800" dirty="0">
                <a:solidFill>
                  <a:schemeClr val="tx1">
                    <a:alpha val="80000"/>
                  </a:schemeClr>
                </a:solidFill>
                <a:latin typeface="Calibri"/>
              </a:rPr>
              <a:t>মেশ টপোলজি: প্রতিটি কম্পিউটার অন্য সব কম্পিউটারের সাথে সরাসরি যুক্ত থাকে। এটি অত্যন্ত শক্তিশালী কিন্তু ব্যয়বহুল।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3144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ভিডিও</a:t>
            </a:r>
            <a:r>
              <a:rPr dirty="0"/>
              <a:t> </a:t>
            </a:r>
            <a:r>
              <a:rPr dirty="0" err="1"/>
              <a:t>সেশন</a:t>
            </a:r>
            <a:r>
              <a:rPr dirty="0"/>
              <a:t> ▶️</a:t>
            </a:r>
          </a:p>
        </p:txBody>
      </p:sp>
      <p:pic>
        <p:nvPicPr>
          <p:cNvPr id="4" name="Online Media 3" title="Network Topologies (Star, Bus, Ring, Mesh, Ad hoc, Infrastructure, &amp; Wireless Mesh Topology)">
            <a:hlinkClick r:id="" action="ppaction://media"/>
            <a:extLst>
              <a:ext uri="{FF2B5EF4-FFF2-40B4-BE49-F238E27FC236}">
                <a16:creationId xmlns:a16="http://schemas.microsoft.com/office/drawing/2014/main" id="{B4F7D270-16AE-C4BE-F8AC-E231770D3D3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53497" y="1135627"/>
            <a:ext cx="7049729" cy="5287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মূল্যায়ন কুইজ (Quiz Time!)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4000" dirty="0">
                <a:latin typeface="Calibri"/>
              </a:rPr>
              <a:t>১. </a:t>
            </a:r>
            <a:r>
              <a:rPr sz="4000" dirty="0" err="1">
                <a:latin typeface="Calibri"/>
              </a:rPr>
              <a:t>কোন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টপোলজিতে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একটি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কেন্দ্রীয়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সুইচ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বা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হাব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থাকে</a:t>
            </a:r>
            <a:r>
              <a:rPr sz="4000" dirty="0">
                <a:latin typeface="Calibri"/>
              </a:rPr>
              <a:t>?</a:t>
            </a:r>
          </a:p>
          <a:p>
            <a:r>
              <a:rPr sz="4000" dirty="0">
                <a:latin typeface="Calibri"/>
              </a:rPr>
              <a:t>২. </a:t>
            </a:r>
            <a:r>
              <a:rPr sz="4000" dirty="0" err="1">
                <a:latin typeface="Calibri"/>
              </a:rPr>
              <a:t>বাস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টপোলজির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প্রধান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সংযোগ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লাইনটিকে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কী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বলা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হয়</a:t>
            </a:r>
            <a:r>
              <a:rPr sz="4000" dirty="0">
                <a:latin typeface="Calibri"/>
              </a:rPr>
              <a:t>?</a:t>
            </a:r>
          </a:p>
          <a:p>
            <a:r>
              <a:rPr sz="4000" dirty="0">
                <a:latin typeface="Calibri"/>
              </a:rPr>
              <a:t>৩. </a:t>
            </a:r>
            <a:r>
              <a:rPr sz="4000" dirty="0" err="1">
                <a:latin typeface="Calibri"/>
              </a:rPr>
              <a:t>গোল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হয়ে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ঘোরে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এমন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টপোলজি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কোনটি</a:t>
            </a:r>
            <a:r>
              <a:rPr sz="4000" dirty="0">
                <a:latin typeface="Calibri"/>
              </a:rPr>
              <a:t>?</a:t>
            </a:r>
          </a:p>
          <a:p>
            <a:r>
              <a:rPr sz="4000" dirty="0">
                <a:latin typeface="Calibri"/>
              </a:rPr>
              <a:t>৪. </a:t>
            </a:r>
            <a:r>
              <a:rPr sz="4000" dirty="0" err="1">
                <a:latin typeface="Calibri"/>
              </a:rPr>
              <a:t>সবচেয়ে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বড়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নেটওয়ার্কে</a:t>
            </a:r>
            <a:r>
              <a:rPr sz="4000" dirty="0">
                <a:latin typeface="Calibri"/>
              </a:rPr>
              <a:t> (</a:t>
            </a:r>
            <a:r>
              <a:rPr sz="4000" dirty="0" err="1">
                <a:latin typeface="Calibri"/>
              </a:rPr>
              <a:t>ইন্টারনেট</a:t>
            </a:r>
            <a:r>
              <a:rPr sz="4000" dirty="0">
                <a:latin typeface="Calibri"/>
              </a:rPr>
              <a:t>) </a:t>
            </a:r>
            <a:r>
              <a:rPr sz="4000" dirty="0" err="1">
                <a:latin typeface="Calibri"/>
              </a:rPr>
              <a:t>কোন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টপোলজির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প্রভাব</a:t>
            </a:r>
            <a:r>
              <a:rPr sz="4000" dirty="0">
                <a:latin typeface="Calibri"/>
              </a:rPr>
              <a:t> </a:t>
            </a:r>
            <a:r>
              <a:rPr sz="4000" dirty="0" err="1">
                <a:latin typeface="Calibri"/>
              </a:rPr>
              <a:t>বেশি</a:t>
            </a:r>
            <a:r>
              <a:rPr sz="4000" dirty="0"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বাড়ির কাজ (Homework)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800" dirty="0" err="1">
                <a:latin typeface="Calibri"/>
              </a:rPr>
              <a:t>অ্যাসাইনমেন্ট</a:t>
            </a:r>
            <a:r>
              <a:rPr sz="4800" dirty="0">
                <a:latin typeface="Calibri"/>
              </a:rPr>
              <a:t>: </a:t>
            </a:r>
            <a:r>
              <a:rPr sz="4800" dirty="0" err="1">
                <a:latin typeface="Calibri"/>
              </a:rPr>
              <a:t>তোমার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স্কুলের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আইসিটি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ল্যাবে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যদি</a:t>
            </a:r>
            <a:r>
              <a:rPr sz="4800" dirty="0">
                <a:latin typeface="Calibri"/>
              </a:rPr>
              <a:t> ১০টি </a:t>
            </a:r>
            <a:r>
              <a:rPr sz="4800" dirty="0" err="1">
                <a:latin typeface="Calibri"/>
              </a:rPr>
              <a:t>কম্পিউটার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নতুন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করে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সেটআপ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করতে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হয়</a:t>
            </a:r>
            <a:r>
              <a:rPr sz="4800" dirty="0">
                <a:latin typeface="Calibri"/>
              </a:rPr>
              <a:t>, </a:t>
            </a:r>
            <a:r>
              <a:rPr sz="4800" dirty="0" err="1">
                <a:latin typeface="Calibri"/>
              </a:rPr>
              <a:t>তবে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তুমি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কোন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টপোলজি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বেছে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নেবে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এবং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কেন</a:t>
            </a:r>
            <a:r>
              <a:rPr sz="4800" dirty="0">
                <a:latin typeface="Calibri"/>
              </a:rPr>
              <a:t>? </a:t>
            </a:r>
            <a:r>
              <a:rPr sz="4800" dirty="0" err="1">
                <a:latin typeface="Calibri"/>
              </a:rPr>
              <a:t>যুক্তি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সহ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একটি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চিত্র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এঁকে</a:t>
            </a:r>
            <a:r>
              <a:rPr sz="4800" dirty="0">
                <a:latin typeface="Calibri"/>
              </a:rPr>
              <a:t> </a:t>
            </a:r>
            <a:r>
              <a:rPr sz="4800" dirty="0" err="1">
                <a:latin typeface="Calibri"/>
              </a:rPr>
              <a:t>আনবে</a:t>
            </a:r>
            <a:r>
              <a:rPr sz="4800" dirty="0">
                <a:latin typeface="Calibri"/>
              </a:rPr>
              <a:t>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46" y="1598246"/>
            <a:ext cx="4625504" cy="51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7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ধন্যবাদ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485" y="1590840"/>
            <a:ext cx="5670699" cy="509522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4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মনোযোগ দিয়ে শোনার জন্য সবাইকে ধন্যবাদ! প্রশ্ন থাকলে জিজ্ঞাসা করো।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5903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600</Words>
  <Application>Microsoft Office PowerPoint</Application>
  <PresentationFormat>Custom</PresentationFormat>
  <Paragraphs>80</Paragraphs>
  <Slides>12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নেটওয়ার্ক টপোলজি (Network Topology) 📐</vt:lpstr>
      <vt:lpstr>PowerPoint Presentation</vt:lpstr>
      <vt:lpstr>নেটওয়ার্কের ভৌগোলিক বিস্তৃতি (Types of Network by Area)</vt:lpstr>
      <vt:lpstr>নেটওয়ার্ক টপোলজি কী?</vt:lpstr>
      <vt:lpstr>বাস টপোলজি (Bus Topology)</vt:lpstr>
      <vt:lpstr>রিং টপোলজি (Ring Topology)</vt:lpstr>
      <vt:lpstr>স্টার টপোলজি (Star Topology) – সবচেয়ে জনপ্রিয়</vt:lpstr>
      <vt:lpstr>ট্রি ও মেশ টপোলজি (Tree &amp; Mesh)</vt:lpstr>
      <vt:lpstr>ভিডিও সেশন ▶️</vt:lpstr>
      <vt:lpstr>মূল্যায়ন কুইজ (Quiz Time!) 🏆</vt:lpstr>
      <vt:lpstr>বাড়ির কাজ (Homework) 🏠</vt:lpstr>
      <vt:lpstr>ধন্যবাদ 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Rezaur Rahman</dc:creator>
  <cp:keywords/>
  <dc:description>generated using python-pptx</dc:description>
  <cp:lastModifiedBy>Rezaur Rahman</cp:lastModifiedBy>
  <cp:revision>1</cp:revision>
  <dcterms:created xsi:type="dcterms:W3CDTF">2013-01-27T09:14:16Z</dcterms:created>
  <dcterms:modified xsi:type="dcterms:W3CDTF">2026-05-09T22:38:34Z</dcterms:modified>
  <cp:category/>
</cp:coreProperties>
</file>