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7EB654-F821-4AB9-9C0A-270AB285D8E1}" v="2" dt="2026-04-13T23:28:21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683" autoAdjust="0"/>
  </p:normalViewPr>
  <p:slideViewPr>
    <p:cSldViewPr snapToGrid="0" snapToObjects="1">
      <p:cViewPr varScale="1">
        <p:scale>
          <a:sx n="96" d="100"/>
          <a:sy n="96" d="100"/>
        </p:scale>
        <p:origin x="203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zaur Rahman" userId="3a4486d7030a1889" providerId="LiveId" clId="{D1B430C1-0409-411D-B3DE-A0AB3CF13E85}"/>
    <pc:docChg chg="addSld delSld modSld">
      <pc:chgData name="Rezaur Rahman" userId="3a4486d7030a1889" providerId="LiveId" clId="{D1B430C1-0409-411D-B3DE-A0AB3CF13E85}" dt="2026-04-13T23:28:21.720" v="2"/>
      <pc:docMkLst>
        <pc:docMk/>
      </pc:docMkLst>
      <pc:sldChg chg="del">
        <pc:chgData name="Rezaur Rahman" userId="3a4486d7030a1889" providerId="LiveId" clId="{D1B430C1-0409-411D-B3DE-A0AB3CF13E85}" dt="2026-04-13T23:28:17.142" v="1" actId="2696"/>
        <pc:sldMkLst>
          <pc:docMk/>
          <pc:sldMk cId="0" sldId="263"/>
        </pc:sldMkLst>
      </pc:sldChg>
      <pc:sldChg chg="add">
        <pc:chgData name="Rezaur Rahman" userId="3a4486d7030a1889" providerId="LiveId" clId="{D1B430C1-0409-411D-B3DE-A0AB3CF13E85}" dt="2026-04-13T23:28:21.720" v="2"/>
        <pc:sldMkLst>
          <pc:docMk/>
          <pc:sldMk cId="3030450684" sldId="263"/>
        </pc:sldMkLst>
      </pc:sldChg>
      <pc:sldChg chg="modNotesTx">
        <pc:chgData name="Rezaur Rahman" userId="3a4486d7030a1889" providerId="LiveId" clId="{D1B430C1-0409-411D-B3DE-A0AB3CF13E85}" dt="2026-04-13T23:22:18.167" v="0" actId="20577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B0BD2-6AC9-4101-B053-A8E38C52E6D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3112E-0771-493C-A91D-685CC0D33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7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সবাইকে আজকের ক্লাসে স্বাগতম। আজ আমরা অষ্টম শ্রেণির তথ্য ও যোগাযোগ প্রযুক্তি বইয়ের প্রথম অধ্যায় নিয়ে আলোচনা করব।</a:t>
            </a:r>
          </a:p>
          <a:p>
            <a:pPr rtl="0" fontAlgn="base"/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এই অধ্যায়ের মূল লক্ষ্য হলো আমাদের প্রাত্যহিক জীবন এবং দেশের উন্নয়নে আইসিটি কতটা অপরিহার্য তা বোঝা।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112E-0771-493C-A91D-685CC0D332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70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এই পাঠ শেষে শিক্ষার্থীরা আইসিটির মাধ্যমে নতুন কাজের সুযোগ, যোগাযোগ ব্যবস্থা এবং ব্যবসায়িক উন্নতির ক্ষেত্রগুলো চিহ্নিত করতে পারবে।</a:t>
            </a:r>
          </a:p>
          <a:p>
            <a:pPr rtl="0" fontAlgn="base"/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এটি তাদের ভবিষ্যতে সঠিক ক্যারিয়ার নির্বাচনে সাহায্য করবে।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112E-0771-493C-A91D-685CC0D332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77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b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উদাহরণ ১:</a:t>
            </a:r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নীলিমার ভাই হুমায়ুন টাকা পাঠাতে এখন আর ব্যাংকে লাইনে দাঁড়ান না। এটি 'মোবাইল ব্যাংকিং'-এর সুবিধা।</a:t>
            </a:r>
          </a:p>
          <a:p>
            <a:pPr rtl="0" fontAlgn="base"/>
            <a:r>
              <a:rPr lang="b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উদাহরণ ২:</a:t>
            </a:r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তিনি বাড়িতে বসে ইন্টারনেটের মাধ্যমে চাকরির আবেদন করেন, যা আগে শুধু শহরে গিয়ে সম্ভব ছিল।</a:t>
            </a:r>
          </a:p>
          <a:p>
            <a:r>
              <a:rPr lang="b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উদাহরণ ৩:</a:t>
            </a:r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ই-টিকেটিং ব্যবহারের ফলে সময় ও শ্রম বেঁচে যাচ্ছে। এই ছোট উদাহরণগুলোই প্রমাণ করে যে আইসিটি আমাদের হাতের মুঠোয়।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112E-0771-493C-A91D-685CC0D332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35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ড. ইকবাল কাদিরের সেই বিখ্যাত উক্তিটি এখানে খুব গুরুত্বপূর্ণ: "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Connectivity is Productivity"। </a:t>
            </a:r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অর্থাৎ মানুষের যোগাযোগ বাড়লে কাজের গতিও বাড়ে।</a:t>
            </a:r>
          </a:p>
          <a:p>
            <a:pPr rtl="0" fontAlgn="base"/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অনেক সময় মনে হয় আইসিটি এলে কাজ কমে যাবে, কিন্তু আসলে কাজ সহজ হয়। যেমন: কলকারখানায় এখন বিপজ্জনক কাজে রোবট ব্যবহার করা হয়, ফলে মানুষের ঝুঁকি কমেছে।</a:t>
            </a:r>
          </a:p>
          <a:p>
            <a:pPr rtl="0" fontAlgn="base"/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আইটিএম (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ATM) </a:t>
            </a:r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বুথ আমাদের ২৪ ঘণ্টা টাকা তোলার স্বাধীনতা দিয়েছে, যা আগে অসম্ভব ছিল।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112E-0771-493C-A91D-685CC0D332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35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বাংলাদেশে বর্তমানে লক্ষ লক্ষ মানুষ মোবাইল অপারেটর কোম্পানিতে কাজ করছে।</a:t>
            </a:r>
          </a:p>
          <a:p>
            <a:pPr rtl="0" fontAlgn="base"/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এছাড়া মোবাইল মেরামত, রিচার্জ সেবা এবং মোবাইল ব্যাংকিং এজেন্ট হিসেবে অনেক নতুন উদ্যোক্তা তৈরি হয়েছে।</a:t>
            </a:r>
          </a:p>
          <a:p>
            <a:pPr rtl="0" fontAlgn="base"/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চাকরির জন্য এখন আর নিউজপেপার খুঁড়তে হয় না,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Bdjobs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এর মতো সাইটে মুহূর্তেই সব তথ্য পাওয়া যায়।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112E-0771-493C-A91D-685CC0D332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52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br>
              <a:rPr lang="bn-IN" b="0" dirty="0">
                <a:effectLst/>
              </a:rPr>
            </a:br>
            <a:endParaRPr lang="b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আউটসোর্সিং হলো নিজের ঘরে বসে ইন্টারনেটের মাধ্যমে বিদেশের কোনো কোম্পানির কাজ করে দেওয়া।</a:t>
            </a:r>
          </a:p>
          <a:p>
            <a:pPr rtl="0" fontAlgn="base"/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এটি বর্তমানে বাংলাদেশের যুবসমাজের জন্য আয়ের বড় একটি উৎস। ওয়েবসাইট ডিজাইন থেকে শুরু করে সফটওয়্যার তৈরির কাজ আমাদের দেশের ছেলেমেয়েরা সফলভাবে করছে।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112E-0771-493C-A91D-685CC0D332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49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তোমাদের মনে কোনো প্রশ্ন আছে কি? নির্দ্বিধায় জিজ্ঞেস করো! আমরা সবাই মিলে শিখবো।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🌟✨</a:t>
            </a:r>
            <a:endParaRPr lang="en-US" b="0" dirty="0">
              <a:effectLst/>
            </a:endParaRPr>
          </a:p>
          <a:p>
            <a:endParaRPr lang="en-US" dirty="0"/>
          </a:p>
          <a:p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গুগল স্লাইড প্রেজেন্টেশনে যুক্ত করা প্রশ্নগুলোর সঠিক উত্তর এবং ব্যাখ্যামূলক সমাধান নিচে দেওয়া হলো। আপনি এগুলো উত্তরপত্র হিসেবে ব্যবহার করতে পারেন:</a:t>
            </a: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বহুনির্বাচনি প্রশ্ন (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MCQ) - </a:t>
            </a:r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সঠিক উত্তর</a:t>
            </a:r>
          </a:p>
          <a:p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১. </a:t>
            </a:r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Connectivity is Productivity"—</a:t>
            </a:r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এই উক্তিটি কার?</a:t>
            </a:r>
            <a:endParaRPr lang="b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সঠিক উত্তর: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খ) ড. ইকবাল কাদির।</a:t>
            </a: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ব্যাখ্যা: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তিনি ম্যাসাচুসেটস ইনস্টিটিউট অফ টেকনোলজি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MIT)-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এর একজন অধ্যাপক এবং গ্রামীণফোনের অন্যতম প্রতিষ্ঠাতা।</a:t>
            </a:r>
          </a:p>
          <a:p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২. </a:t>
            </a:r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বিপজ্জনক কাজে মানুষের পরিবর্তে কী ব্যবহার করা যায়?</a:t>
            </a:r>
            <a:endParaRPr lang="b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সঠিক উত্তর: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গ) রোবট।</a:t>
            </a: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ব্যাখ্যা: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কলকারখানার বিপজ্জনক কাজ বা বিষাক্ত পরিবেশে মানুষের ঝুঁকি কমাতে স্বয়ংক্রিয় রোবট ব্যবহার করা হয়।</a:t>
            </a:r>
          </a:p>
          <a:p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৩. </a:t>
            </a:r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নিচের কোনটি আউটসোর্সিংয়ের কাজ পাওয়ার জনপ্রিয় মাধ্যম?</a:t>
            </a:r>
            <a:endParaRPr lang="b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সঠিক উত্তর: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গ) ফ্রিল্যান্সার ডট কম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freelancer.com)।</a:t>
            </a: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ব্যাখ্যা: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এটি বিশ্বের অন্যতম প্রধান ফ্রিল্যান্সিং মার্কেটপ্লেস। (বিডিজবস হলো স্থানীয় চাকরির সাইট)।</a:t>
            </a:r>
          </a:p>
          <a:p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৪. </a:t>
            </a:r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ঘরে বসে ট্রেনের টিকিট কাটার পদ্ধতিকে কী বলা হয়?</a:t>
            </a:r>
            <a:endParaRPr lang="b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সঠিক উত্তর: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খ) ই-টিকেটিং।</a:t>
            </a: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ব্যাখ্যা: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ইলেকট্রনিক উপায়ে টিকিট সংগ্রহ করাই হলো ই-টিকেটিং।</a:t>
            </a:r>
          </a:p>
          <a:p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৫. </a:t>
            </a:r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তথ্য ও যোগাযোগ প্রযুক্তির কারণে নিচের কোনটি সহজ হয়েছে?</a:t>
            </a:r>
            <a:endParaRPr lang="b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সঠিক উত্তর: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ঘ) উপরের সবকটি।</a:t>
            </a: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ব্যাখ্যা: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আইসিটি যোগাযোগ, কর্মসংস্থান এবং তথ্যের আদান-প্রদান—সবক্ষেত্রেই বৈপ্লবিক পরিবর্তন এনেছে।</a:t>
            </a:r>
          </a:p>
          <a:p>
            <a:br>
              <a:rPr lang="bn-IN" dirty="0"/>
            </a:br>
            <a:endParaRPr lang="bn-IN" dirty="0"/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সংক্ষিপ্ত প্রশ্নের উত্তর</a:t>
            </a:r>
          </a:p>
          <a:p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১. </a:t>
            </a:r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আউটসোর্সিং (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Outsourcing) </a:t>
            </a:r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বলতে কী বোঝায়?</a:t>
            </a:r>
            <a:endParaRPr lang="b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উত্তর: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ইন্টারনেটের মাধ্যমে বিশ্বের যেকোনো প্রান্তের কোনো প্রতিষ্ঠানের কাজ ঘরে বসে সম্পন্ন করাকে আউটসোর্সিং বলে।</a:t>
            </a:r>
          </a:p>
          <a:p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২. </a:t>
            </a:r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কর্মক্ষেত্রে আইসিটি ব্যবহারের দুটি সুবিধা লেখো।</a:t>
            </a:r>
            <a:endParaRPr lang="b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উত্তর: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১. কাজের গতি ও নির্ভুলতা বৃদ্ধি পায়। ২. বিপজ্জনক কাজে জীবনের ঝুঁকি কমে (রোবট ব্যবহারের ফলে)।</a:t>
            </a:r>
          </a:p>
          <a:p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৩. </a:t>
            </a:r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আইসিটি কীভাবে একজন কর্মীর দক্ষতা বাড়িয়ে দেয়?</a:t>
            </a:r>
            <a:endParaRPr lang="b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উত্তর: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আইসিটি ব্যবহারের ফলে একজন কর্মী আধুনিক সফটওয়্যার (যেমন: এক্সেল) ব্যবহার করে খুব কম সময়ে অনেক বড় বড় হিসাব বা কাজ নিখুঁতভাবে করতে পারেন, যা আগে মানুষের পক্ষে করা সময়সাপেক্ষ ছিল।</a:t>
            </a:r>
          </a:p>
          <a:p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৪. </a:t>
            </a:r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অনলাইন জব সাইটের মাধ্যমে চাকরি খোঁজার সুবিধা কী?</a:t>
            </a:r>
            <a:endParaRPr lang="b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উত্তর: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ঘরে বসেই তাৎক্ষণিকভাবে বিভিন্ন কোম্পানির চাকরির খবর পাওয়া যায় এবং ইন্টারনেটের মাধ্যমেই আবেদন করা সম্ভব হয়।</a:t>
            </a:r>
          </a:p>
          <a:p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৫. </a:t>
            </a:r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স্মার্টফোনের মাধ্যমে বর্তমানে আমরা কী কী সেবা পেতে পারি?</a:t>
            </a:r>
            <a:endParaRPr lang="b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উত্তর: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মোবাইল ব্যাংকিং, ই-টিকেটিং, জিপিএস-এর মাধ্যমে রাস্তা চেনা, পরীক্ষার ফলাফল দেখা এবং দ্রুত যোগাযোগ করা।</a:t>
            </a:r>
          </a:p>
          <a:p>
            <a:br>
              <a:rPr lang="bn-IN" dirty="0"/>
            </a:br>
            <a:endParaRPr lang="bn-IN" dirty="0"/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সৃজনশীল প্রশ্নের সমাধান (গাইডলাইন)</a:t>
            </a: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প্রশ্ন: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নীলিমার ভাইয়ের কাজটি আইসিটির কোন ক্ষেত্রের অন্তর্ভুক্ত? ব্যাখ্যা করো।</a:t>
            </a: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উত্তর: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নীলিমার ভাইয়ের কাজটি </a:t>
            </a:r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আউটসোর্সিং বা ফ্রিল্যান্সিং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ক্ষেত্রের অন্তর্ভুক্ত। কারণ তিনি ইন্টারনেটের মাধ্যমে ঘরে বসে বিদেশি প্রতিষ্ঠানের ওয়েবসাইট তৈরির কাজ করছেন। এটি কর্মসংস্থানের একটি গ্লোবাল বা বৈশ্বিক সুযোগ।</a:t>
            </a: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প্রশ্ন: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বাংলাদেশের অর্থনৈতিক উন্নয়নে এ ধরনের কাজের গুরুত্ব বিশ্লেষণ করো।</a:t>
            </a:r>
          </a:p>
          <a:p>
            <a:r>
              <a:rPr lang="b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উত্তর:</a:t>
            </a:r>
            <a:r>
              <a:rPr lang="b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আউটসোর্সিং বাংলাদেশের অর্থনীতিতে বৈদেশিক মুদ্রা অর্জনে বড় ভূমিকা রাখছে। এটি দেশের বেকার সমস্যা সমাধান করছে, যুবসমাজকে দক্ষ মানবসম্পদ হিসেবে গড়ে তুলছে এবং শহর ও গ্রামের ডিজিটাল বৈষম্য দূর করছে।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112E-0771-493C-A91D-685CC0D332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38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এখন তোমরা ৫ জন করে এক একটি দল গঠন করো। আলোচনা করো যে তোমাদের পরিবারে আইসিটি কীভাবে সাহায্য করছে।</a:t>
            </a:r>
          </a:p>
          <a:p>
            <a:pPr rtl="0" fontAlgn="base"/>
            <a:r>
              <a:rPr lang="b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আলোচনা শেষে প্রতিটি দল থেকে একজন দাঁড়িয়ে তোমাদের মূল পয়েন্টগুলো বলবে।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112E-0771-493C-A91D-685CC0D332B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95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প্রেজেন্টেশন: তথ্য ও যোগাযোগ প্রযুক্তির গুরুত্ব 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বিষয়</a:t>
            </a:r>
            <a:r>
              <a:rPr dirty="0"/>
              <a:t>: </a:t>
            </a:r>
            <a:r>
              <a:rPr dirty="0" err="1"/>
              <a:t>তথ্য</a:t>
            </a:r>
            <a:r>
              <a:rPr dirty="0"/>
              <a:t> ও </a:t>
            </a:r>
            <a:r>
              <a:rPr dirty="0" err="1"/>
              <a:t>যোগাযোগ</a:t>
            </a:r>
            <a:r>
              <a:rPr dirty="0"/>
              <a:t> </a:t>
            </a:r>
            <a:r>
              <a:rPr dirty="0" err="1"/>
              <a:t>প্রযুক্তি</a:t>
            </a:r>
            <a:r>
              <a:rPr dirty="0"/>
              <a:t> (</a:t>
            </a:r>
            <a:r>
              <a:rPr dirty="0" err="1"/>
              <a:t>অষ্টম</a:t>
            </a:r>
            <a:r>
              <a:rPr dirty="0"/>
              <a:t> </a:t>
            </a:r>
            <a:r>
              <a:rPr dirty="0" err="1"/>
              <a:t>শ্রেণি</a:t>
            </a:r>
            <a:r>
              <a:rPr dirty="0"/>
              <a:t>, অধ্যায়-১)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আজকের ক্লাসের উদ্দেশ্য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আইসিটি কীভাবে আমাদের কাজের ধরন বদলে দিচ্ছে। 💼</a:t>
            </a:r>
          </a:p>
          <a:p>
            <a:r>
              <a:t>যাতায়াত ও কেনাকাটায় প্রযুক্তির ব্যবহার। 🚆</a:t>
            </a:r>
          </a:p>
          <a:p>
            <a:r>
              <a:t>ঘরে বসে বিশ্বজুড়ে কাজ করার উপায় (আউটসোর্সিং)। 🌍</a:t>
            </a:r>
          </a:p>
          <a:p>
            <a:r>
              <a:t>ব্যবসা ও গবেষণায় আইসিটি-এর অবদান। 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দৈনন্দিন জীবনে আইসিটি: একটি গল্প 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মোবাইল</a:t>
            </a:r>
            <a:r>
              <a:rPr dirty="0"/>
              <a:t> </a:t>
            </a:r>
            <a:r>
              <a:rPr dirty="0" err="1"/>
              <a:t>ব্যাংকিং</a:t>
            </a:r>
            <a:r>
              <a:rPr lang="en-US" dirty="0"/>
              <a:t> </a:t>
            </a:r>
            <a:r>
              <a:rPr dirty="0" err="1"/>
              <a:t>দিয়ে</a:t>
            </a:r>
            <a:r>
              <a:rPr dirty="0"/>
              <a:t> </a:t>
            </a:r>
            <a:r>
              <a:rPr dirty="0" err="1"/>
              <a:t>টাকা</a:t>
            </a:r>
            <a:r>
              <a:rPr dirty="0"/>
              <a:t> </a:t>
            </a:r>
            <a:r>
              <a:rPr dirty="0" err="1"/>
              <a:t>পাঠানো</a:t>
            </a:r>
            <a:r>
              <a:rPr dirty="0"/>
              <a:t>। 💸📱</a:t>
            </a:r>
          </a:p>
          <a:p>
            <a:r>
              <a:rPr dirty="0" err="1"/>
              <a:t>ভর্তির</a:t>
            </a:r>
            <a:r>
              <a:rPr dirty="0"/>
              <a:t> </a:t>
            </a:r>
            <a:r>
              <a:rPr dirty="0" err="1"/>
              <a:t>আবেদন</a:t>
            </a:r>
            <a:r>
              <a:rPr dirty="0"/>
              <a:t>: </a:t>
            </a:r>
            <a:r>
              <a:rPr dirty="0" err="1"/>
              <a:t>ল্যাপটপ</a:t>
            </a:r>
            <a:r>
              <a:rPr dirty="0"/>
              <a:t> </a:t>
            </a:r>
            <a:r>
              <a:rPr dirty="0" err="1"/>
              <a:t>দিয়ে</a:t>
            </a:r>
            <a:r>
              <a:rPr dirty="0"/>
              <a:t> </a:t>
            </a:r>
            <a:r>
              <a:rPr dirty="0" err="1"/>
              <a:t>ফর্ম</a:t>
            </a:r>
            <a:r>
              <a:rPr dirty="0"/>
              <a:t> </a:t>
            </a:r>
            <a:r>
              <a:rPr dirty="0" err="1"/>
              <a:t>পূরণ</a:t>
            </a:r>
            <a:r>
              <a:rPr dirty="0"/>
              <a:t>। 💻</a:t>
            </a:r>
          </a:p>
          <a:p>
            <a:r>
              <a:rPr dirty="0"/>
              <a:t>ই-</a:t>
            </a:r>
            <a:r>
              <a:rPr dirty="0" err="1"/>
              <a:t>টিকিটিং</a:t>
            </a:r>
            <a:r>
              <a:rPr dirty="0"/>
              <a:t>: </a:t>
            </a:r>
            <a:r>
              <a:rPr dirty="0" err="1"/>
              <a:t>অনলাইনে</a:t>
            </a:r>
            <a:r>
              <a:rPr dirty="0"/>
              <a:t> </a:t>
            </a:r>
            <a:r>
              <a:rPr dirty="0" err="1"/>
              <a:t>ট্রেনের</a:t>
            </a:r>
            <a:r>
              <a:rPr dirty="0"/>
              <a:t> </a:t>
            </a:r>
            <a:r>
              <a:rPr dirty="0" err="1"/>
              <a:t>টিকিট</a:t>
            </a:r>
            <a:r>
              <a:rPr dirty="0"/>
              <a:t> </a:t>
            </a:r>
            <a:r>
              <a:rPr dirty="0" err="1"/>
              <a:t>কাটা</a:t>
            </a:r>
            <a:r>
              <a:rPr dirty="0"/>
              <a:t>। 🎫🚆</a:t>
            </a:r>
          </a:p>
          <a:p>
            <a:r>
              <a:rPr dirty="0" err="1"/>
              <a:t>রেজাল্ট</a:t>
            </a:r>
            <a:r>
              <a:rPr dirty="0"/>
              <a:t> </a:t>
            </a:r>
            <a:r>
              <a:rPr dirty="0" err="1"/>
              <a:t>জানা</a:t>
            </a:r>
            <a:r>
              <a:rPr dirty="0"/>
              <a:t>: </a:t>
            </a:r>
            <a:r>
              <a:rPr dirty="0" err="1"/>
              <a:t>মোবাইল</a:t>
            </a:r>
            <a:r>
              <a:rPr dirty="0"/>
              <a:t> </a:t>
            </a:r>
            <a:r>
              <a:rPr dirty="0" err="1"/>
              <a:t>ফোনে</a:t>
            </a:r>
            <a:r>
              <a:rPr dirty="0"/>
              <a:t> </a:t>
            </a:r>
            <a:r>
              <a:rPr dirty="0" err="1"/>
              <a:t>ফলাফল</a:t>
            </a:r>
            <a:r>
              <a:rPr dirty="0"/>
              <a:t> </a:t>
            </a:r>
            <a:r>
              <a:rPr dirty="0" err="1"/>
              <a:t>দেখা</a:t>
            </a:r>
            <a:r>
              <a:rPr dirty="0"/>
              <a:t>। 🎓✨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কর্মসংস্থান ও আইসিটি ⚙️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কানেক্টিভিটিই</a:t>
            </a:r>
            <a:r>
              <a:rPr dirty="0"/>
              <a:t> </a:t>
            </a:r>
            <a:r>
              <a:rPr dirty="0" err="1"/>
              <a:t>উৎপাদনশীলতা</a:t>
            </a:r>
            <a:r>
              <a:rPr dirty="0"/>
              <a:t> ।</a:t>
            </a:r>
          </a:p>
          <a:p>
            <a:r>
              <a:rPr dirty="0" err="1"/>
              <a:t>স্বয়ংক্রিয়</a:t>
            </a:r>
            <a:r>
              <a:rPr dirty="0"/>
              <a:t> </a:t>
            </a:r>
            <a:r>
              <a:rPr dirty="0" err="1"/>
              <a:t>যন্ত্র</a:t>
            </a:r>
            <a:r>
              <a:rPr dirty="0"/>
              <a:t>: </a:t>
            </a:r>
            <a:r>
              <a:rPr dirty="0" err="1"/>
              <a:t>ডিজিটাল</a:t>
            </a:r>
            <a:r>
              <a:rPr dirty="0"/>
              <a:t> </a:t>
            </a:r>
            <a:r>
              <a:rPr dirty="0" err="1"/>
              <a:t>অ্যাটেনডেন্স</a:t>
            </a:r>
            <a:r>
              <a:rPr dirty="0"/>
              <a:t>। 📊</a:t>
            </a:r>
          </a:p>
          <a:p>
            <a:r>
              <a:rPr dirty="0" err="1"/>
              <a:t>নিরাপত্তা</a:t>
            </a:r>
            <a:r>
              <a:rPr dirty="0"/>
              <a:t>: </a:t>
            </a:r>
            <a:r>
              <a:rPr dirty="0" err="1"/>
              <a:t>বিপজ্জনক</a:t>
            </a:r>
            <a:r>
              <a:rPr dirty="0"/>
              <a:t> </a:t>
            </a:r>
            <a:r>
              <a:rPr dirty="0" err="1"/>
              <a:t>কাজে</a:t>
            </a:r>
            <a:r>
              <a:rPr dirty="0"/>
              <a:t> </a:t>
            </a:r>
            <a:r>
              <a:rPr dirty="0" err="1"/>
              <a:t>রোবট</a:t>
            </a:r>
            <a:r>
              <a:rPr dirty="0"/>
              <a:t> </a:t>
            </a:r>
            <a:r>
              <a:rPr dirty="0" err="1"/>
              <a:t>ব্যবহার</a:t>
            </a:r>
            <a:r>
              <a:rPr dirty="0"/>
              <a:t>। 🤖🛡️</a:t>
            </a:r>
          </a:p>
          <a:p>
            <a:r>
              <a:rPr dirty="0" err="1"/>
              <a:t>এটিএম</a:t>
            </a:r>
            <a:r>
              <a:rPr dirty="0"/>
              <a:t>: ২৪ </a:t>
            </a:r>
            <a:r>
              <a:rPr dirty="0" err="1"/>
              <a:t>ঘণ্টা</a:t>
            </a:r>
            <a:r>
              <a:rPr dirty="0"/>
              <a:t> </a:t>
            </a:r>
            <a:r>
              <a:rPr dirty="0" err="1"/>
              <a:t>টাকা</a:t>
            </a:r>
            <a:r>
              <a:rPr dirty="0"/>
              <a:t> </a:t>
            </a:r>
            <a:r>
              <a:rPr dirty="0" err="1"/>
              <a:t>তোলা</a:t>
            </a:r>
            <a:r>
              <a:rPr dirty="0"/>
              <a:t>। 🏧💰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বাংলাদেশের নতুন কর্মসংস্থান 🇧🇩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মোবাইল সেক্টরে চাকরি ও মেরামত। 🛠️📱</a:t>
            </a:r>
          </a:p>
          <a:p>
            <a:r>
              <a:t>মোবাইল ব্যাংকিং সেবা (বিকাশ/রকেট)। 💰</a:t>
            </a:r>
          </a:p>
          <a:p>
            <a:r>
              <a:t>অনলাইন জব সাইট (Bdjobs, careerjet)। 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আউটসোর্সিং ও বিশ্ববাজার 🌍👨‍💻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সংজ্ঞা: বিদেশের কাজ দেশে বসে করা।</a:t>
            </a:r>
          </a:p>
          <a:p>
            <a:r>
              <a:t>উদাহরণ: ওয়েবসাইট তৈরি, সফটওয়্যার রক্ষণাবেক্ষণ, ডেটা এন্ট্রি। ⌨️</a:t>
            </a:r>
          </a:p>
          <a:p>
            <a:r>
              <a:t>আয়: বৈদেশিক মুদ্রা অর্জন। 💵🚀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ব্যবসা ও গবেষণায় আইসিটি 📊🔬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ব্যবসা: Excel দিয়ে বেতন হিসাব। 📉</a:t>
            </a:r>
          </a:p>
          <a:p>
            <a:r>
              <a:t>ই-পস: দোকানের মালামালের হিসাব। 🛍️</a:t>
            </a:r>
          </a:p>
          <a:p>
            <a:r>
              <a:t>গবেষণা: ইন্টারনেটে তথ্য সংগ্রহ। 🧪📖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কুইজ ও মূল্যায়ন 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'Connectivity is Productivity'?</a:t>
            </a:r>
          </a:p>
          <a:p>
            <a:r>
              <a:rPr dirty="0" err="1"/>
              <a:t>ইন্টারনেটে</a:t>
            </a:r>
            <a:r>
              <a:rPr dirty="0"/>
              <a:t> </a:t>
            </a:r>
            <a:r>
              <a:rPr dirty="0" err="1"/>
              <a:t>ট্রেনের</a:t>
            </a:r>
            <a:r>
              <a:rPr dirty="0"/>
              <a:t> </a:t>
            </a:r>
            <a:r>
              <a:rPr dirty="0" err="1"/>
              <a:t>টিকিট</a:t>
            </a:r>
            <a:r>
              <a:rPr dirty="0"/>
              <a:t> </a:t>
            </a:r>
            <a:r>
              <a:rPr dirty="0" err="1"/>
              <a:t>কাটাকে</a:t>
            </a:r>
            <a:r>
              <a:rPr dirty="0"/>
              <a:t> </a:t>
            </a:r>
            <a:r>
              <a:rPr dirty="0" err="1"/>
              <a:t>কী</a:t>
            </a:r>
            <a:r>
              <a:rPr dirty="0"/>
              <a:t> </a:t>
            </a:r>
            <a:r>
              <a:rPr dirty="0" err="1"/>
              <a:t>বলে</a:t>
            </a:r>
            <a:r>
              <a:rPr dirty="0"/>
              <a:t>? 🎫</a:t>
            </a:r>
          </a:p>
          <a:p>
            <a:r>
              <a:rPr dirty="0" err="1"/>
              <a:t>বিপজ্জনক</a:t>
            </a:r>
            <a:r>
              <a:rPr dirty="0"/>
              <a:t> </a:t>
            </a:r>
            <a:r>
              <a:rPr dirty="0" err="1"/>
              <a:t>কাজে</a:t>
            </a:r>
            <a:r>
              <a:rPr dirty="0"/>
              <a:t> </a:t>
            </a:r>
            <a:r>
              <a:rPr dirty="0" err="1"/>
              <a:t>মানুষের</a:t>
            </a:r>
            <a:r>
              <a:rPr dirty="0"/>
              <a:t> </a:t>
            </a:r>
            <a:r>
              <a:rPr dirty="0" err="1"/>
              <a:t>বদলে</a:t>
            </a:r>
            <a:r>
              <a:rPr dirty="0"/>
              <a:t> </a:t>
            </a:r>
            <a:r>
              <a:rPr dirty="0" err="1"/>
              <a:t>কী</a:t>
            </a:r>
            <a:r>
              <a:rPr dirty="0"/>
              <a:t> </a:t>
            </a:r>
            <a:r>
              <a:rPr dirty="0" err="1"/>
              <a:t>ব্যবহার</a:t>
            </a:r>
            <a:r>
              <a:rPr dirty="0"/>
              <a:t> </a:t>
            </a:r>
            <a:r>
              <a:rPr dirty="0" err="1"/>
              <a:t>করা</a:t>
            </a:r>
            <a:r>
              <a:rPr dirty="0"/>
              <a:t> </a:t>
            </a:r>
            <a:r>
              <a:rPr dirty="0" err="1"/>
              <a:t>নিরাপদ</a:t>
            </a:r>
            <a:r>
              <a:rPr dirty="0"/>
              <a:t>? 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প্রশ্ন ও উত্তর 🙋‍♂️🙋‍♀️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শিক্ষার্থীদের</a:t>
            </a:r>
            <a:r>
              <a:rPr dirty="0"/>
              <a:t> </a:t>
            </a:r>
            <a:r>
              <a:rPr dirty="0" err="1"/>
              <a:t>প্রশ্ন</a:t>
            </a:r>
            <a:r>
              <a:rPr dirty="0"/>
              <a:t> </a:t>
            </a:r>
            <a:r>
              <a:rPr dirty="0" err="1"/>
              <a:t>করার</a:t>
            </a:r>
            <a:r>
              <a:rPr dirty="0"/>
              <a:t> </a:t>
            </a:r>
            <a:r>
              <a:rPr dirty="0" err="1"/>
              <a:t>সুযোগ</a:t>
            </a:r>
            <a:r>
              <a:rPr dirty="0"/>
              <a:t>।</a:t>
            </a:r>
          </a:p>
          <a:p>
            <a:r>
              <a:rPr dirty="0" err="1"/>
              <a:t>ধন্যবাদ</a:t>
            </a:r>
            <a:r>
              <a:rPr dirty="0"/>
              <a:t>। 🎉🚀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দলীয় কাজ ও আলোচনা 👥💡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বিষয়: 'আইসিটি আসার ফলে আমাদের জীবন কতটা সহজ হয়েছে?'</a:t>
            </a:r>
          </a:p>
          <a:p>
            <a:r>
              <a:t>কাজ: ৫টি উদাহরণ লিখো। 📝✨</a:t>
            </a:r>
          </a:p>
        </p:txBody>
      </p:sp>
    </p:spTree>
    <p:extLst>
      <p:ext uri="{BB962C8B-B14F-4D97-AF65-F5344CB8AC3E}">
        <p14:creationId xmlns:p14="http://schemas.microsoft.com/office/powerpoint/2010/main" val="3030450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1106</Words>
  <Application>Microsoft Office PowerPoint</Application>
  <PresentationFormat>On-screen Show (4:3)</PresentationFormat>
  <Paragraphs>103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প্রেজেন্টেশন: তথ্য ও যোগাযোগ প্রযুক্তির গুরুত্ব 🌐</vt:lpstr>
      <vt:lpstr>আজকের ক্লাসের উদ্দেশ্য 🎯</vt:lpstr>
      <vt:lpstr>দৈনন্দিন জীবনে আইসিটি: একটি গল্প 📖</vt:lpstr>
      <vt:lpstr>কর্মসংস্থান ও আইসিটি ⚙️</vt:lpstr>
      <vt:lpstr>বাংলাদেশের নতুন কর্মসংস্থান 🇧🇩</vt:lpstr>
      <vt:lpstr>আউটসোর্সিং ও বিশ্ববাজার 🌍👨‍💻</vt:lpstr>
      <vt:lpstr>ব্যবসা ও গবেষণায় আইসিটি 📊🔬</vt:lpstr>
      <vt:lpstr>কুইজ ও মূল্যায়ন 🏆</vt:lpstr>
      <vt:lpstr>প্রশ্ন ও উত্তর 🙋‍♂️🙋‍♀️</vt:lpstr>
      <vt:lpstr>দলীয় কাজ ও আলোচনা 👥💡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Rezaur Rahman</dc:creator>
  <cp:keywords/>
  <dc:description>generated using python-pptx</dc:description>
  <cp:lastModifiedBy>Rezaur Rahman</cp:lastModifiedBy>
  <cp:revision>4</cp:revision>
  <dcterms:created xsi:type="dcterms:W3CDTF">2013-01-27T09:14:16Z</dcterms:created>
  <dcterms:modified xsi:type="dcterms:W3CDTF">2026-04-13T23:28:27Z</dcterms:modified>
  <cp:category/>
</cp:coreProperties>
</file>