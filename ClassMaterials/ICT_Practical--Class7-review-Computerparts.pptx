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Hind Siliguri" panose="02000000000000000000" pitchFamily="2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ur Rahman" userId="3a4486d7030a1889" providerId="LiveId" clId="{D1B430C1-0409-411D-B3DE-A0AB3CF13E85}"/>
    <pc:docChg chg="custSel modSld">
      <pc:chgData name="Rezaur Rahman" userId="3a4486d7030a1889" providerId="LiveId" clId="{D1B430C1-0409-411D-B3DE-A0AB3CF13E85}" dt="2026-10-13T04:02:00.269" v="11" actId="1076"/>
      <pc:docMkLst>
        <pc:docMk/>
      </pc:docMkLst>
      <pc:sldChg chg="addSp modSp mod">
        <pc:chgData name="Rezaur Rahman" userId="3a4486d7030a1889" providerId="LiveId" clId="{D1B430C1-0409-411D-B3DE-A0AB3CF13E85}" dt="2026-10-13T04:00:29.456" v="2" actId="14100"/>
        <pc:sldMkLst>
          <pc:docMk/>
          <pc:sldMk cId="0" sldId="264"/>
        </pc:sldMkLst>
        <pc:picChg chg="add mod">
          <ac:chgData name="Rezaur Rahman" userId="3a4486d7030a1889" providerId="LiveId" clId="{D1B430C1-0409-411D-B3DE-A0AB3CF13E85}" dt="2026-10-13T04:00:29.456" v="2" actId="14100"/>
          <ac:picMkLst>
            <pc:docMk/>
            <pc:sldMk cId="0" sldId="264"/>
            <ac:picMk id="12" creationId="{D8D3825C-5008-9973-5FC1-FCE7E05AEFAE}"/>
          </ac:picMkLst>
        </pc:picChg>
      </pc:sldChg>
      <pc:sldChg chg="addSp delSp modSp mod">
        <pc:chgData name="Rezaur Rahman" userId="3a4486d7030a1889" providerId="LiveId" clId="{D1B430C1-0409-411D-B3DE-A0AB3CF13E85}" dt="2026-10-13T04:02:00.269" v="11" actId="1076"/>
        <pc:sldMkLst>
          <pc:docMk/>
          <pc:sldMk cId="0" sldId="266"/>
        </pc:sldMkLst>
        <pc:picChg chg="add del mod">
          <ac:chgData name="Rezaur Rahman" userId="3a4486d7030a1889" providerId="LiveId" clId="{D1B430C1-0409-411D-B3DE-A0AB3CF13E85}" dt="2026-10-13T04:01:43.501" v="6" actId="478"/>
          <ac:picMkLst>
            <pc:docMk/>
            <pc:sldMk cId="0" sldId="266"/>
            <ac:picMk id="12" creationId="{4D87C26B-B07E-4AAF-B209-E2EEF42EE261}"/>
          </ac:picMkLst>
        </pc:picChg>
        <pc:picChg chg="add mod">
          <ac:chgData name="Rezaur Rahman" userId="3a4486d7030a1889" providerId="LiveId" clId="{D1B430C1-0409-411D-B3DE-A0AB3CF13E85}" dt="2026-10-13T04:02:00.269" v="11" actId="1076"/>
          <ac:picMkLst>
            <pc:docMk/>
            <pc:sldMk cId="0" sldId="266"/>
            <ac:picMk id="14" creationId="{70FE6268-7ED6-3617-EEB0-692DA5F34CC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363342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456557"/>
            <a:ext cx="110680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Hind Siliguri"/>
              </a:rPr>
              <a:t>সপ্তম শ্রেণি • তথ্য ও যোগাযোগ প্রযুক্তি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885182"/>
            <a:ext cx="11251406" cy="639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Hind Siliguri"/>
              </a:rPr>
              <a:t>কম্পিউটার-সংশ্লিষ্ট যন্ত্রপাতি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15642"/>
            <a:ext cx="67627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Hind Siliguri"/>
              </a:rPr>
              <a:t>প্রতিটি হার্ডওয়্যার যন্ত্রাংশের বিস্তারিত পরিচিতি ও কার্যাবলী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কম্পিউটার সিস্টেমের ৪টি মূল ভিত্তি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62575" y="2892623"/>
            <a:ext cx="1833562" cy="1066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sz="8400" b="1" i="0" u="none">
                <a:solidFill>
                  <a:srgbClr val="0284C7"/>
                </a:solidFill>
                <a:latin typeface="Hind Siliguri"/>
              </a:rPr>
              <a:t>৪টি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9843" y="4111823"/>
            <a:ext cx="70723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Hind Siliguri"/>
              </a:rPr>
              <a:t>মূল ক্যাটাগরি: ইনপুট, প্রসেসিং, মেমোরি/স্টোরেজ ও আউটপুট ডিভাইস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96025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96025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ইনপুট ডিভাইস: কীবোর্ড (Keyboard)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প্রধান ইনপুট মাধ্যম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টেক্সট, সংখ্যা ও বিশেষ নির্দেশ দেওয়ার জন্য সর্বাধিক ব্যবহৃত ডিভাইস।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কী-এর বিন্যাস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ফাংশন কী, আলফানিউমেরিক কী, কার্সর কী ও নিউমেরিক কী-প্যাড।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ইনপুট ডিভাইস: মাউস (Mouse)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পয়েন্টিং ডিভাইস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কম্পিউটার স্ক্রিনে কার্সর নাড়ানো ও আইকন সিলেক্ট করার দ্রুত মাধ্যম।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কার্যপদ্ধতি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লেফট ক্লিক, রাইট ক্লিক, ডাবল ক্লিক ও স্ক্রল হুইল ব্যবহার।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96025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96025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ইনপুট ডিভাইস: মাইক্রোফোন (Microphone)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শব্দ ইনপুট মাধ্যম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ভয়েস বা কণ্ঠস্বর ডিজিটাল তরঙ্গে রূপান্তর করে কম্পিউটারে পাঠায়।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ব্যবহার ক্ষেত্র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অনলাইন ক্লাস, ভয়েস কল, মিটিং এবং ভয়েস রিকগনিশন সিস্টেম।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ইনপুট ডিভাইস: স্ক্যানার (Scanner)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ডিজিটাল কপি তৈরি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যেকোনো প্রিন্ট করা কাগজ, নথি বা ছবি ডিজিটাল ইমেজে রূপান্তর করে।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সুবিধা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কাগজের দলিল ডিজিটাল ফাইলে আজীবন নিরাপদ সংরক্ষণ করা যায়।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96025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96025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বিশেষ ইনপুট ডিভাইস: ওএমআর (OMR)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Optical Mark 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আলোর প্রতিফলন প্রতিফলিত করে কাগজে ভরাট করা বৃত্ত শনাক্ত করে।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মূল ব্যবহার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বহুনির্বাচনী পরীক্ষার (MCQ) উত্তরপত্র নির্ভুল ও দ্রুত মূল্যায়নে ব্যবহার হয়।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প্রাথমিক মেমোরি: র‍্যাম ও রম (RAM &amp; ROM)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র‍্যাম (RAM - Random Access 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অস্থায়ী মেমোরি। বিদ্যুৎ চলে গেলে এর সব ডেটা সাথে সাথে মুছে যায়।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রম (ROM - Read Only Memory)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স্থায়ী মেমোরি। চালুর জন্য প্রয়োজনীয় ফাইল রমে স্থায়ী সংরক্ষিত থাকে।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96025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96025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35335"/>
            <a:ext cx="12573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সহায়ক মেমোরি: হার্ডডিস্ক ও SSD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স্থায়ী মেমোরি সংরক্ষণ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অপারেটিং সিস্টেম, সফটওয়্যার ও আপনার ফাইল স্থায়ীভাবে জমা থাকে।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HDD vs SSD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হার্ডডিস্ক কম দামে বেশি স্টোরেজ দেয়; SSD দেয় বহুগুণ দ্রুত স্পিড।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D3825C-5008-9973-5FC1-FCE7E05AE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4" y="1754384"/>
            <a:ext cx="5320583" cy="38600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প্রসেসিং ইউনিট: সিপিইউ (CPU)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কম্পিউটারের ব্রেইন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সমস্ত ইনপুট প্রসেস করে ফলাফল তৈরি করার মূল কারিগর।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অংশসমূহ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গাণিতিক যুক্তি ইউনিট (ALU), কন্ট্রোল ইউনিট (CU) ও রেজিস্টার।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96025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96025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সিস্টেম সংযোগ: মাদারবোর্ড ও পাওয়ার সাপ্লাই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মাদারবোর্ড (Motherboard)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সিপিইউ, র‍্যাম ও অন্যান্য যন্ত্রাংশকে আন্তঃসংযুক্ত করে রাখে।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পাওয়ার সাপ্লাই (PSU)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এসি বিদ্যুতকে ডিসি শক্তিতে পরিণত করে পুরো বোর্ডে বিদ্যুৎ যোগায়।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FE6268-7ED6-3617-EEB0-692DA5F34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1855290"/>
            <a:ext cx="5613680" cy="3741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আউটপুট ডিভাইস: মনিটর (Monitor)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দৃশ্যমান আউটপুট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প্রসেসিংয়ের ফলাফল সরাসরি ভিজ্যুয়াল আকারে মনিটর স্ক্রিনে দেখায়।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প্রকারভেদ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এলসিডি (LCD), এলইডি (LED) ও ওএলইডি (OLED) মনিটর।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96025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96025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আউটপুট ডিভাইস: প্রিন্টার (Printer)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ছাপা কপি (Hard Copy)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ডিজিটাল তথ্য বা ছবি কাগজের বুকে স্থায়ীভাবে মুদ্রণ করার ডিভাইস।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জনপ্রিয় প্রকার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ইনকজেট 프린্টার, লেজার প্রিন্টার এবং ডট মেট্রিক্স প্রিন্টার।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9235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21310"/>
            <a:ext cx="5286375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72581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3533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Hind Siliguri"/>
              </a:rPr>
              <a:t>আউটপুট ডিভাইস: স্পিকার (Speaker)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697360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শব্দ আউটপুট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116460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ডিজিটাল সাউন্ড সিগন্যালকে শ্রবণযোগ্য শব্দ বা অডিওতে পরিণত করে।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59435"/>
            <a:ext cx="5150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Hind Siliguri"/>
              </a:rPr>
              <a:t>ব্যবহার ক্ষেত্র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478535"/>
            <a:ext cx="49053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Hind Siliguri"/>
              </a:rPr>
              <a:t>গান শোনা, ভিডিও দেখা, গেম খেলা এবং মিটিং শোনার জন্য আবশ্যক।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52144" y="2828925"/>
            <a:ext cx="168771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Hind Siliguri"/>
              </a:rPr>
              <a:t>ধন্যবাদ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4390" y="3724275"/>
            <a:ext cx="67032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Hind Siliguri"/>
              </a:rPr>
              <a:t>সপ্তম শ্রেণির তথ্য ও যোগাযোগ প্রযুক্তি পাঠের কম্পিউটার যন্ত্রাংশ অধ্যায় সমাপ্ত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94297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74307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54317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343275"/>
            <a:ext cx="11049000" cy="1009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435292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1733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733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533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533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333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333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343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343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5143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143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00137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00237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00337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05212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10087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414962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166020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Hind Siliguri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1085850"/>
            <a:ext cx="47339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https://jhiescrap.com/wp-content/uploads/2026/04/What-Are-the-30-Input-Devices.jpg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1343025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jhiescrap.com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1885950"/>
            <a:ext cx="4457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https://www.tutorialspoint.com/computer_fundamentals/images/wired_mouse.jpg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2143125"/>
            <a:ext cx="22383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www.tutorialspoint.com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2686050"/>
            <a:ext cx="8286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https://static0.makeuseofimages.com/wordpress/wp-content/uploads/wm/2025/11/pc-analog-audio-jacks-on-back-of-desktop.jpg?w=1600&amp;h=1200&amp;fit=crop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2943225"/>
            <a:ext cx="2047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www.makeuseof.com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3486150"/>
            <a:ext cx="100488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https://mediaserver.goepson.com/adaptivemedia/rendition?id=2e85f003d1f6ba52c7f18c42481a2af1d97bd8cf&amp;vid=2e85f003d1f6ba52c7f18c42481a2af1d97bd8cf&amp;prid=1200Wx1200H&amp;clid=SAPDAM&amp;prclid=banner&amp;assetDescr=Cover+image+3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3952875"/>
            <a:ext cx="19145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www.epson.com.sg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495800"/>
            <a:ext cx="3362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https://miro.medium.com/1*JojdXOr_LuXMCHMYAOv9nw.png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4752975"/>
            <a:ext cx="14668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medium.com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5295900"/>
            <a:ext cx="100488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https://media-assets.hyperinvento.com/companies/58397719-f88d-4484-af86-a62404db50e2/products/59cf83b0-70c4-40d0-8650-69b53973ca68/featureds/images/fc9aaa632cf14947ae2041471dc01b87-product-featured-lg.jpg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762625"/>
            <a:ext cx="16954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cloudtechasia.in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94297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74307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54317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34327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733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1733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533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533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333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3337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4133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133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00137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00237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00337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00437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0053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66020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Hind Siliguri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085850"/>
            <a:ext cx="8305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http://nzxt.com/cdn/shop/articles/1663155864-hard-disk-drive-hdd-solid-state-drive-ssd-and-ssd-2021-08-29-21-04-56-utc-1.jpg?v=1743098063&amp;width=2048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343025"/>
            <a:ext cx="1219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nzxt.com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1885950"/>
            <a:ext cx="8067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https://images.unsplash.com/photo-1716772912386-af8c7c33dea3?fm=jpg&amp;q=60&amp;w=3000&amp;auto=format&amp;fit=crop&amp;ixlib=rb-4.1.0&amp;ixid=NHwxMjA3fDA%3D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143125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unsplash.com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686050"/>
            <a:ext cx="4210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https://4.imimg.com/data4/FH/GC/ANDROID-12999846/product-500x500.jpeg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2943225"/>
            <a:ext cx="1962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www.indiamart.com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86150"/>
            <a:ext cx="6267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https://kamerpower.com/wp-content/uploads/2025/10/Printers-Output-devices-GCE-AL-Computer-science-topic.jpg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3743325"/>
            <a:ext cx="1752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kamerpower.com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286250"/>
            <a:ext cx="9258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Hind Siliguri"/>
              </a:rPr>
              <a:t>https://spcdn.shortpixel.ai/spio/ret_img+q_cdnize+to_webp+s_webp/soundcertified.com/wp-content/uploads/2021/10/computer-and-laptop-audio-output-jacks-examples.jpg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543425"/>
            <a:ext cx="18859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Hind Siliguri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Hind Siliguri"/>
              </a:rPr>
              <a:t>soundcertified.com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836</Words>
  <Application>Microsoft Office PowerPoint</Application>
  <PresentationFormat>Widescreen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Hind Siliguri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Rezaur Rahman</cp:lastModifiedBy>
  <cp:revision>1</cp:revision>
  <dcterms:created xsi:type="dcterms:W3CDTF">2013-01-27T09:14:16Z</dcterms:created>
  <dcterms:modified xsi:type="dcterms:W3CDTF">2026-10-13T04:02:01Z</dcterms:modified>
  <cp:category/>
</cp:coreProperties>
</file>