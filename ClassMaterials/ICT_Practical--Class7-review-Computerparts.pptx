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Hind Siliguri" panose="02000000000000000000" pitchFamily="2" charset="0"/>
      <p:regular r:id="rId16"/>
      <p:bold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zaur Rahman" userId="3a4486d7030a1889" providerId="LiveId" clId="{D1B430C1-0409-411D-B3DE-A0AB3CF13E85}"/>
    <pc:docChg chg="undo custSel delSld modSld">
      <pc:chgData name="Rezaur Rahman" userId="3a4486d7030a1889" providerId="LiveId" clId="{D1B430C1-0409-411D-B3DE-A0AB3CF13E85}" dt="2026-10-18T04:26:51.447" v="162" actId="47"/>
      <pc:docMkLst>
        <pc:docMk/>
      </pc:docMkLst>
      <pc:sldChg chg="modSp mod">
        <pc:chgData name="Rezaur Rahman" userId="3a4486d7030a1889" providerId="LiveId" clId="{D1B430C1-0409-411D-B3DE-A0AB3CF13E85}" dt="2026-10-18T04:21:13.601" v="15" actId="403"/>
        <pc:sldMkLst>
          <pc:docMk/>
          <pc:sldMk cId="0" sldId="256"/>
        </pc:sldMkLst>
        <pc:spChg chg="mod">
          <ac:chgData name="Rezaur Rahman" userId="3a4486d7030a1889" providerId="LiveId" clId="{D1B430C1-0409-411D-B3DE-A0AB3CF13E85}" dt="2026-10-18T04:21:13.601" v="15" actId="403"/>
          <ac:spMkLst>
            <pc:docMk/>
            <pc:sldMk cId="0" sldId="256"/>
            <ac:spMk id="5" creationId="{00000000-0000-0000-0000-000000000000}"/>
          </ac:spMkLst>
        </pc:spChg>
      </pc:sldChg>
      <pc:sldChg chg="modSp mod">
        <pc:chgData name="Rezaur Rahman" userId="3a4486d7030a1889" providerId="LiveId" clId="{D1B430C1-0409-411D-B3DE-A0AB3CF13E85}" dt="2026-10-18T04:21:24.726" v="19" actId="403"/>
        <pc:sldMkLst>
          <pc:docMk/>
          <pc:sldMk cId="0" sldId="257"/>
        </pc:sldMkLst>
        <pc:spChg chg="mod">
          <ac:chgData name="Rezaur Rahman" userId="3a4486d7030a1889" providerId="LiveId" clId="{D1B430C1-0409-411D-B3DE-A0AB3CF13E85}" dt="2026-10-18T04:21:24.726" v="19" actId="403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Rezaur Rahman" userId="3a4486d7030a1889" providerId="LiveId" clId="{D1B430C1-0409-411D-B3DE-A0AB3CF13E85}" dt="2026-10-18T04:22:05.508" v="36" actId="403"/>
        <pc:sldMkLst>
          <pc:docMk/>
          <pc:sldMk cId="0" sldId="258"/>
        </pc:sldMkLst>
        <pc:spChg chg="mod">
          <ac:chgData name="Rezaur Rahman" userId="3a4486d7030a1889" providerId="LiveId" clId="{D1B430C1-0409-411D-B3DE-A0AB3CF13E85}" dt="2026-10-18T04:22:05.508" v="36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1:44.422" v="29" actId="403"/>
          <ac:spMkLst>
            <pc:docMk/>
            <pc:sldMk cId="0" sldId="258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1:55.315" v="32" actId="403"/>
          <ac:spMkLst>
            <pc:docMk/>
            <pc:sldMk cId="0" sldId="258"/>
            <ac:spMk id="9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2:00.122" v="33" actId="403"/>
          <ac:spMkLst>
            <pc:docMk/>
            <pc:sldMk cId="0" sldId="258"/>
            <ac:spMk id="10" creationId="{00000000-0000-0000-0000-000000000000}"/>
          </ac:spMkLst>
        </pc:spChg>
      </pc:sldChg>
      <pc:sldChg chg="modSp mod">
        <pc:chgData name="Rezaur Rahman" userId="3a4486d7030a1889" providerId="LiveId" clId="{D1B430C1-0409-411D-B3DE-A0AB3CF13E85}" dt="2026-10-18T04:22:37.543" v="49" actId="403"/>
        <pc:sldMkLst>
          <pc:docMk/>
          <pc:sldMk cId="0" sldId="259"/>
        </pc:sldMkLst>
        <pc:spChg chg="mod">
          <ac:chgData name="Rezaur Rahman" userId="3a4486d7030a1889" providerId="LiveId" clId="{D1B430C1-0409-411D-B3DE-A0AB3CF13E85}" dt="2026-10-18T04:22:28.656" v="46" actId="403"/>
          <ac:spMkLst>
            <pc:docMk/>
            <pc:sldMk cId="0" sldId="259"/>
            <ac:spMk id="7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2:23.410" v="44" actId="403"/>
          <ac:spMkLst>
            <pc:docMk/>
            <pc:sldMk cId="0" sldId="259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2:37.543" v="49" actId="403"/>
          <ac:spMkLst>
            <pc:docMk/>
            <pc:sldMk cId="0" sldId="259"/>
            <ac:spMk id="9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2:17.493" v="40" actId="403"/>
          <ac:spMkLst>
            <pc:docMk/>
            <pc:sldMk cId="0" sldId="259"/>
            <ac:spMk id="10" creationId="{00000000-0000-0000-0000-000000000000}"/>
          </ac:spMkLst>
        </pc:spChg>
      </pc:sldChg>
      <pc:sldChg chg="modSp mod">
        <pc:chgData name="Rezaur Rahman" userId="3a4486d7030a1889" providerId="LiveId" clId="{D1B430C1-0409-411D-B3DE-A0AB3CF13E85}" dt="2026-10-18T04:23:55.057" v="83" actId="404"/>
        <pc:sldMkLst>
          <pc:docMk/>
          <pc:sldMk cId="0" sldId="260"/>
        </pc:sldMkLst>
        <pc:spChg chg="mod">
          <ac:chgData name="Rezaur Rahman" userId="3a4486d7030a1889" providerId="LiveId" clId="{D1B430C1-0409-411D-B3DE-A0AB3CF13E85}" dt="2026-10-18T04:22:49.242" v="52" actId="403"/>
          <ac:spMkLst>
            <pc:docMk/>
            <pc:sldMk cId="0" sldId="260"/>
            <ac:spMk id="2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3:33.641" v="74" actId="403"/>
          <ac:spMkLst>
            <pc:docMk/>
            <pc:sldMk cId="0" sldId="260"/>
            <ac:spMk id="7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3:55.057" v="83" actId="404"/>
          <ac:spMkLst>
            <pc:docMk/>
            <pc:sldMk cId="0" sldId="260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3:40.072" v="77" actId="403"/>
          <ac:spMkLst>
            <pc:docMk/>
            <pc:sldMk cId="0" sldId="260"/>
            <ac:spMk id="9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3:50.481" v="82" actId="403"/>
          <ac:spMkLst>
            <pc:docMk/>
            <pc:sldMk cId="0" sldId="260"/>
            <ac:spMk id="10" creationId="{00000000-0000-0000-0000-000000000000}"/>
          </ac:spMkLst>
        </pc:spChg>
      </pc:sldChg>
      <pc:sldChg chg="modSp mod">
        <pc:chgData name="Rezaur Rahman" userId="3a4486d7030a1889" providerId="LiveId" clId="{D1B430C1-0409-411D-B3DE-A0AB3CF13E85}" dt="2026-10-18T04:24:10.159" v="91" actId="403"/>
        <pc:sldMkLst>
          <pc:docMk/>
          <pc:sldMk cId="0" sldId="261"/>
        </pc:sldMkLst>
        <pc:spChg chg="mod">
          <ac:chgData name="Rezaur Rahman" userId="3a4486d7030a1889" providerId="LiveId" clId="{D1B430C1-0409-411D-B3DE-A0AB3CF13E85}" dt="2026-10-18T04:24:03.253" v="87" actId="403"/>
          <ac:spMkLst>
            <pc:docMk/>
            <pc:sldMk cId="0" sldId="261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4:10.159" v="91" actId="403"/>
          <ac:spMkLst>
            <pc:docMk/>
            <pc:sldMk cId="0" sldId="261"/>
            <ac:spMk id="10" creationId="{00000000-0000-0000-0000-000000000000}"/>
          </ac:spMkLst>
        </pc:spChg>
      </pc:sldChg>
      <pc:sldChg chg="modSp mod">
        <pc:chgData name="Rezaur Rahman" userId="3a4486d7030a1889" providerId="LiveId" clId="{D1B430C1-0409-411D-B3DE-A0AB3CF13E85}" dt="2026-10-18T04:24:26.072" v="99" actId="403"/>
        <pc:sldMkLst>
          <pc:docMk/>
          <pc:sldMk cId="0" sldId="262"/>
        </pc:sldMkLst>
        <pc:spChg chg="mod">
          <ac:chgData name="Rezaur Rahman" userId="3a4486d7030a1889" providerId="LiveId" clId="{D1B430C1-0409-411D-B3DE-A0AB3CF13E85}" dt="2026-10-18T04:24:21.081" v="95" actId="403"/>
          <ac:spMkLst>
            <pc:docMk/>
            <pc:sldMk cId="0" sldId="262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4:26.072" v="99" actId="403"/>
          <ac:spMkLst>
            <pc:docMk/>
            <pc:sldMk cId="0" sldId="262"/>
            <ac:spMk id="10" creationId="{00000000-0000-0000-0000-000000000000}"/>
          </ac:spMkLst>
        </pc:spChg>
      </pc:sldChg>
      <pc:sldChg chg="modSp mod">
        <pc:chgData name="Rezaur Rahman" userId="3a4486d7030a1889" providerId="LiveId" clId="{D1B430C1-0409-411D-B3DE-A0AB3CF13E85}" dt="2026-10-18T04:24:39.986" v="107" actId="403"/>
        <pc:sldMkLst>
          <pc:docMk/>
          <pc:sldMk cId="0" sldId="263"/>
        </pc:sldMkLst>
        <pc:spChg chg="mod">
          <ac:chgData name="Rezaur Rahman" userId="3a4486d7030a1889" providerId="LiveId" clId="{D1B430C1-0409-411D-B3DE-A0AB3CF13E85}" dt="2026-10-18T04:24:34.787" v="103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4:39.986" v="107" actId="403"/>
          <ac:spMkLst>
            <pc:docMk/>
            <pc:sldMk cId="0" sldId="263"/>
            <ac:spMk id="10" creationId="{00000000-0000-0000-0000-000000000000}"/>
          </ac:spMkLst>
        </pc:spChg>
      </pc:sldChg>
      <pc:sldChg chg="addSp modSp mod">
        <pc:chgData name="Rezaur Rahman" userId="3a4486d7030a1889" providerId="LiveId" clId="{D1B430C1-0409-411D-B3DE-A0AB3CF13E85}" dt="2026-10-18T04:24:51.157" v="115" actId="403"/>
        <pc:sldMkLst>
          <pc:docMk/>
          <pc:sldMk cId="0" sldId="264"/>
        </pc:sldMkLst>
        <pc:spChg chg="mod">
          <ac:chgData name="Rezaur Rahman" userId="3a4486d7030a1889" providerId="LiveId" clId="{D1B430C1-0409-411D-B3DE-A0AB3CF13E85}" dt="2026-10-18T04:24:46.418" v="111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4:51.157" v="115" actId="403"/>
          <ac:spMkLst>
            <pc:docMk/>
            <pc:sldMk cId="0" sldId="264"/>
            <ac:spMk id="10" creationId="{00000000-0000-0000-0000-000000000000}"/>
          </ac:spMkLst>
        </pc:spChg>
        <pc:picChg chg="add mod">
          <ac:chgData name="Rezaur Rahman" userId="3a4486d7030a1889" providerId="LiveId" clId="{D1B430C1-0409-411D-B3DE-A0AB3CF13E85}" dt="2026-10-13T04:00:29.456" v="2" actId="14100"/>
          <ac:picMkLst>
            <pc:docMk/>
            <pc:sldMk cId="0" sldId="264"/>
            <ac:picMk id="12" creationId="{D8D3825C-5008-9973-5FC1-FCE7E05AEFAE}"/>
          </ac:picMkLst>
        </pc:picChg>
      </pc:sldChg>
      <pc:sldChg chg="modSp mod">
        <pc:chgData name="Rezaur Rahman" userId="3a4486d7030a1889" providerId="LiveId" clId="{D1B430C1-0409-411D-B3DE-A0AB3CF13E85}" dt="2026-10-18T04:25:06.399" v="124" actId="404"/>
        <pc:sldMkLst>
          <pc:docMk/>
          <pc:sldMk cId="0" sldId="265"/>
        </pc:sldMkLst>
        <pc:spChg chg="mod">
          <ac:chgData name="Rezaur Rahman" userId="3a4486d7030a1889" providerId="LiveId" clId="{D1B430C1-0409-411D-B3DE-A0AB3CF13E85}" dt="2026-10-18T04:24:58.756" v="119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5:06.399" v="124" actId="404"/>
          <ac:spMkLst>
            <pc:docMk/>
            <pc:sldMk cId="0" sldId="265"/>
            <ac:spMk id="10" creationId="{00000000-0000-0000-0000-000000000000}"/>
          </ac:spMkLst>
        </pc:spChg>
      </pc:sldChg>
      <pc:sldChg chg="addSp delSp modSp mod">
        <pc:chgData name="Rezaur Rahman" userId="3a4486d7030a1889" providerId="LiveId" clId="{D1B430C1-0409-411D-B3DE-A0AB3CF13E85}" dt="2026-10-18T04:25:28.414" v="135" actId="403"/>
        <pc:sldMkLst>
          <pc:docMk/>
          <pc:sldMk cId="0" sldId="266"/>
        </pc:sldMkLst>
        <pc:spChg chg="mod">
          <ac:chgData name="Rezaur Rahman" userId="3a4486d7030a1889" providerId="LiveId" clId="{D1B430C1-0409-411D-B3DE-A0AB3CF13E85}" dt="2026-10-18T04:25:28.414" v="135" actId="403"/>
          <ac:spMkLst>
            <pc:docMk/>
            <pc:sldMk cId="0" sldId="266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5:23.470" v="134" actId="403"/>
          <ac:spMkLst>
            <pc:docMk/>
            <pc:sldMk cId="0" sldId="266"/>
            <ac:spMk id="10" creationId="{00000000-0000-0000-0000-000000000000}"/>
          </ac:spMkLst>
        </pc:spChg>
        <pc:picChg chg="add mod">
          <ac:chgData name="Rezaur Rahman" userId="3a4486d7030a1889" providerId="LiveId" clId="{D1B430C1-0409-411D-B3DE-A0AB3CF13E85}" dt="2026-10-13T04:02:00.269" v="11" actId="1076"/>
          <ac:picMkLst>
            <pc:docMk/>
            <pc:sldMk cId="0" sldId="266"/>
            <ac:picMk id="14" creationId="{70FE6268-7ED6-3617-EEB0-692DA5F34CC7}"/>
          </ac:picMkLst>
        </pc:picChg>
      </pc:sldChg>
      <pc:sldChg chg="modSp mod">
        <pc:chgData name="Rezaur Rahman" userId="3a4486d7030a1889" providerId="LiveId" clId="{D1B430C1-0409-411D-B3DE-A0AB3CF13E85}" dt="2026-10-18T04:25:40.046" v="143" actId="403"/>
        <pc:sldMkLst>
          <pc:docMk/>
          <pc:sldMk cId="0" sldId="267"/>
        </pc:sldMkLst>
        <pc:spChg chg="mod">
          <ac:chgData name="Rezaur Rahman" userId="3a4486d7030a1889" providerId="LiveId" clId="{D1B430C1-0409-411D-B3DE-A0AB3CF13E85}" dt="2026-10-18T04:25:35.582" v="139" actId="403"/>
          <ac:spMkLst>
            <pc:docMk/>
            <pc:sldMk cId="0" sldId="267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5:40.046" v="143" actId="403"/>
          <ac:spMkLst>
            <pc:docMk/>
            <pc:sldMk cId="0" sldId="267"/>
            <ac:spMk id="10" creationId="{00000000-0000-0000-0000-000000000000}"/>
          </ac:spMkLst>
        </pc:spChg>
      </pc:sldChg>
      <pc:sldChg chg="modSp mod">
        <pc:chgData name="Rezaur Rahman" userId="3a4486d7030a1889" providerId="LiveId" clId="{D1B430C1-0409-411D-B3DE-A0AB3CF13E85}" dt="2026-10-18T04:25:50.751" v="151" actId="403"/>
        <pc:sldMkLst>
          <pc:docMk/>
          <pc:sldMk cId="0" sldId="268"/>
        </pc:sldMkLst>
        <pc:spChg chg="mod">
          <ac:chgData name="Rezaur Rahman" userId="3a4486d7030a1889" providerId="LiveId" clId="{D1B430C1-0409-411D-B3DE-A0AB3CF13E85}" dt="2026-10-18T04:25:46.554" v="147" actId="403"/>
          <ac:spMkLst>
            <pc:docMk/>
            <pc:sldMk cId="0" sldId="268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5:50.751" v="151" actId="403"/>
          <ac:spMkLst>
            <pc:docMk/>
            <pc:sldMk cId="0" sldId="268"/>
            <ac:spMk id="10" creationId="{00000000-0000-0000-0000-000000000000}"/>
          </ac:spMkLst>
        </pc:spChg>
      </pc:sldChg>
      <pc:sldChg chg="modSp mod">
        <pc:chgData name="Rezaur Rahman" userId="3a4486d7030a1889" providerId="LiveId" clId="{D1B430C1-0409-411D-B3DE-A0AB3CF13E85}" dt="2026-10-18T04:26:01.503" v="159" actId="403"/>
        <pc:sldMkLst>
          <pc:docMk/>
          <pc:sldMk cId="0" sldId="269"/>
        </pc:sldMkLst>
        <pc:spChg chg="mod">
          <ac:chgData name="Rezaur Rahman" userId="3a4486d7030a1889" providerId="LiveId" clId="{D1B430C1-0409-411D-B3DE-A0AB3CF13E85}" dt="2026-10-18T04:25:57.607" v="155" actId="403"/>
          <ac:spMkLst>
            <pc:docMk/>
            <pc:sldMk cId="0" sldId="269"/>
            <ac:spMk id="8" creationId="{00000000-0000-0000-0000-000000000000}"/>
          </ac:spMkLst>
        </pc:spChg>
        <pc:spChg chg="mod">
          <ac:chgData name="Rezaur Rahman" userId="3a4486d7030a1889" providerId="LiveId" clId="{D1B430C1-0409-411D-B3DE-A0AB3CF13E85}" dt="2026-10-18T04:26:01.503" v="159" actId="403"/>
          <ac:spMkLst>
            <pc:docMk/>
            <pc:sldMk cId="0" sldId="269"/>
            <ac:spMk id="10" creationId="{00000000-0000-0000-0000-000000000000}"/>
          </ac:spMkLst>
        </pc:spChg>
      </pc:sldChg>
      <pc:sldChg chg="del">
        <pc:chgData name="Rezaur Rahman" userId="3a4486d7030a1889" providerId="LiveId" clId="{D1B430C1-0409-411D-B3DE-A0AB3CF13E85}" dt="2026-10-18T04:26:51.447" v="162" actId="47"/>
        <pc:sldMkLst>
          <pc:docMk/>
          <pc:sldMk cId="0" sldId="270"/>
        </pc:sldMkLst>
      </pc:sldChg>
      <pc:sldChg chg="del">
        <pc:chgData name="Rezaur Rahman" userId="3a4486d7030a1889" providerId="LiveId" clId="{D1B430C1-0409-411D-B3DE-A0AB3CF13E85}" dt="2026-10-18T04:26:47.112" v="160" actId="47"/>
        <pc:sldMkLst>
          <pc:docMk/>
          <pc:sldMk cId="0" sldId="271"/>
        </pc:sldMkLst>
      </pc:sldChg>
      <pc:sldChg chg="del">
        <pc:chgData name="Rezaur Rahman" userId="3a4486d7030a1889" providerId="LiveId" clId="{D1B430C1-0409-411D-B3DE-A0AB3CF13E85}" dt="2026-10-18T04:26:48.196" v="161" actId="47"/>
        <pc:sldMkLst>
          <pc:docMk/>
          <pc:sldMk cId="0" sldId="27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4363342"/>
            <a:ext cx="609600" cy="381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2456557"/>
            <a:ext cx="110680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8BDF8"/>
                </a:solidFill>
                <a:latin typeface="Hind Siliguri"/>
              </a:rPr>
              <a:t>সপ্তম শ্রেণি • তথ্য ও যোগাযোগ প্রযুক্তি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885182"/>
            <a:ext cx="11251406" cy="639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sz="4200" b="1" i="0" u="none">
                <a:solidFill>
                  <a:srgbClr val="FFFFFF"/>
                </a:solidFill>
                <a:latin typeface="Hind Siliguri"/>
              </a:rPr>
              <a:t>কম্পিউটার-সংশ্লিষ্ট যন্ত্রপাতি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715642"/>
            <a:ext cx="676275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 u="none">
                <a:solidFill>
                  <a:srgbClr val="94A3B8"/>
                </a:solidFill>
                <a:latin typeface="Hind Siliguri"/>
              </a:rPr>
              <a:t>প্রতিটি হার্ডওয়্যার যন্ত্রাংশের বিস্তারিত পরিচিতি ও কার্যাবলী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কম্পিউটার সিস্টেমের ৪টি মূল ভিত্তি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62575" y="2892623"/>
            <a:ext cx="1833562" cy="1066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sz="8400" b="1" i="0" u="none">
                <a:solidFill>
                  <a:srgbClr val="0284C7"/>
                </a:solidFill>
                <a:latin typeface="Hind Siliguri"/>
              </a:rPr>
              <a:t>৪টি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843" y="4111823"/>
            <a:ext cx="7072312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0" i="0" u="none" dirty="0" err="1">
                <a:solidFill>
                  <a:srgbClr val="475569"/>
                </a:solidFill>
                <a:latin typeface="Hind Siliguri"/>
              </a:rPr>
              <a:t>মূল</a:t>
            </a:r>
            <a:r>
              <a:rPr sz="32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3200" b="0" i="0" u="none" dirty="0" err="1">
                <a:solidFill>
                  <a:srgbClr val="475569"/>
                </a:solidFill>
                <a:latin typeface="Hind Siliguri"/>
              </a:rPr>
              <a:t>ক্যাটাগরি</a:t>
            </a:r>
            <a:r>
              <a:rPr sz="3200" b="0" i="0" u="none" dirty="0">
                <a:solidFill>
                  <a:srgbClr val="475569"/>
                </a:solidFill>
                <a:latin typeface="Hind Siliguri"/>
              </a:rPr>
              <a:t>: </a:t>
            </a:r>
            <a:r>
              <a:rPr sz="3200" b="0" i="0" u="none" dirty="0" err="1">
                <a:solidFill>
                  <a:srgbClr val="475569"/>
                </a:solidFill>
                <a:latin typeface="Hind Siliguri"/>
              </a:rPr>
              <a:t>ইনপুট</a:t>
            </a:r>
            <a:r>
              <a:rPr sz="3200" b="0" i="0" u="none" dirty="0">
                <a:solidFill>
                  <a:srgbClr val="475569"/>
                </a:solidFill>
                <a:latin typeface="Hind Siliguri"/>
              </a:rPr>
              <a:t>, </a:t>
            </a:r>
            <a:r>
              <a:rPr sz="3200" b="0" i="0" u="none" dirty="0" err="1">
                <a:solidFill>
                  <a:srgbClr val="475569"/>
                </a:solidFill>
                <a:latin typeface="Hind Siliguri"/>
              </a:rPr>
              <a:t>প্রসেসিং</a:t>
            </a:r>
            <a:r>
              <a:rPr sz="3200" b="0" i="0" u="none" dirty="0">
                <a:solidFill>
                  <a:srgbClr val="475569"/>
                </a:solidFill>
                <a:latin typeface="Hind Siliguri"/>
              </a:rPr>
              <a:t>, </a:t>
            </a:r>
            <a:r>
              <a:rPr sz="3200" b="0" i="0" u="none" dirty="0" err="1">
                <a:solidFill>
                  <a:srgbClr val="475569"/>
                </a:solidFill>
                <a:latin typeface="Hind Siliguri"/>
              </a:rPr>
              <a:t>মেমোরি</a:t>
            </a:r>
            <a:r>
              <a:rPr sz="3200" b="0" i="0" u="none" dirty="0">
                <a:solidFill>
                  <a:srgbClr val="475569"/>
                </a:solidFill>
                <a:latin typeface="Hind Siliguri"/>
              </a:rPr>
              <a:t>/</a:t>
            </a:r>
            <a:r>
              <a:rPr sz="3200" b="0" i="0" u="none" dirty="0" err="1">
                <a:solidFill>
                  <a:srgbClr val="475569"/>
                </a:solidFill>
                <a:latin typeface="Hind Siliguri"/>
              </a:rPr>
              <a:t>স্টোরেজ</a:t>
            </a:r>
            <a:r>
              <a:rPr sz="3200" b="0" i="0" u="none" dirty="0">
                <a:solidFill>
                  <a:srgbClr val="475569"/>
                </a:solidFill>
                <a:latin typeface="Hind Siliguri"/>
              </a:rPr>
              <a:t> ও </a:t>
            </a:r>
            <a:r>
              <a:rPr sz="3200" b="0" i="0" u="none" dirty="0" err="1">
                <a:solidFill>
                  <a:srgbClr val="475569"/>
                </a:solidFill>
                <a:latin typeface="Hind Siliguri"/>
              </a:rPr>
              <a:t>আউটপুট</a:t>
            </a:r>
            <a:r>
              <a:rPr sz="32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3200" b="0" i="0" u="none" dirty="0" err="1">
                <a:solidFill>
                  <a:srgbClr val="475569"/>
                </a:solidFill>
                <a:latin typeface="Hind Siliguri"/>
              </a:rPr>
              <a:t>ডিভাইস</a:t>
            </a:r>
            <a:endParaRPr sz="3200" b="0" i="0" u="none" dirty="0">
              <a:solidFill>
                <a:srgbClr val="475569"/>
              </a:solidFill>
              <a:latin typeface="Hind Siligu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96025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96025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ইনপুট ডিভাইস: কীবোর্ড (Keyboard)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4150" y="2697360"/>
            <a:ext cx="515064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প্রধান</a:t>
            </a:r>
            <a:r>
              <a:rPr sz="2400" b="1" i="0" u="none" dirty="0">
                <a:solidFill>
                  <a:srgbClr val="0284C7"/>
                </a:solidFill>
                <a:latin typeface="Hind Siliguri"/>
              </a:rPr>
              <a:t> </a:t>
            </a:r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ইনপুট</a:t>
            </a:r>
            <a:r>
              <a:rPr sz="2400" b="1" i="0" u="none" dirty="0">
                <a:solidFill>
                  <a:srgbClr val="0284C7"/>
                </a:solidFill>
                <a:latin typeface="Hind Siliguri"/>
              </a:rPr>
              <a:t> </a:t>
            </a:r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মাধ্যম</a:t>
            </a:r>
            <a:endParaRPr sz="2400" b="1" i="0" u="none" dirty="0">
              <a:solidFill>
                <a:srgbClr val="0284C7"/>
              </a:solidFill>
              <a:latin typeface="Hind Siligu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34150" y="3116460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টেক্সট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,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সংখ্যা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ও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বিশেষ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নির্দেশ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দেওয়ার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জন্য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সর্বাধিক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ব্যবহৃত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ডিভাইস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4059435"/>
            <a:ext cx="515064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কী-এর</a:t>
            </a:r>
            <a:r>
              <a:rPr sz="2400" b="1" i="0" u="none" dirty="0">
                <a:solidFill>
                  <a:srgbClr val="0284C7"/>
                </a:solidFill>
                <a:latin typeface="Hind Siliguri"/>
              </a:rPr>
              <a:t> </a:t>
            </a:r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বিন্যাস</a:t>
            </a:r>
            <a:endParaRPr sz="2400" b="1" i="0" u="none" dirty="0">
              <a:solidFill>
                <a:srgbClr val="0284C7"/>
              </a:solidFill>
              <a:latin typeface="Hind Siligu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34150" y="4478535"/>
            <a:ext cx="4905375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 dirty="0" err="1">
                <a:solidFill>
                  <a:srgbClr val="475569"/>
                </a:solidFill>
                <a:latin typeface="Hind Siliguri"/>
              </a:rPr>
              <a:t>ফাংশন</a:t>
            </a:r>
            <a:r>
              <a:rPr sz="24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400" b="0" i="0" u="none" dirty="0" err="1">
                <a:solidFill>
                  <a:srgbClr val="475569"/>
                </a:solidFill>
                <a:latin typeface="Hind Siliguri"/>
              </a:rPr>
              <a:t>কী</a:t>
            </a:r>
            <a:r>
              <a:rPr sz="2400" b="0" i="0" u="none" dirty="0">
                <a:solidFill>
                  <a:srgbClr val="475569"/>
                </a:solidFill>
                <a:latin typeface="Hind Siliguri"/>
              </a:rPr>
              <a:t>, </a:t>
            </a:r>
            <a:r>
              <a:rPr sz="2400" b="0" i="0" u="none" dirty="0" err="1">
                <a:solidFill>
                  <a:srgbClr val="475569"/>
                </a:solidFill>
                <a:latin typeface="Hind Siliguri"/>
              </a:rPr>
              <a:t>আলফানিউমেরিক</a:t>
            </a:r>
            <a:r>
              <a:rPr sz="24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400" b="0" i="0" u="none" dirty="0" err="1">
                <a:solidFill>
                  <a:srgbClr val="475569"/>
                </a:solidFill>
                <a:latin typeface="Hind Siliguri"/>
              </a:rPr>
              <a:t>কী</a:t>
            </a:r>
            <a:r>
              <a:rPr sz="2400" b="0" i="0" u="none" dirty="0">
                <a:solidFill>
                  <a:srgbClr val="475569"/>
                </a:solidFill>
                <a:latin typeface="Hind Siliguri"/>
              </a:rPr>
              <a:t>, </a:t>
            </a:r>
            <a:r>
              <a:rPr sz="2400" b="0" i="0" u="none" dirty="0" err="1">
                <a:solidFill>
                  <a:srgbClr val="475569"/>
                </a:solidFill>
                <a:latin typeface="Hind Siliguri"/>
              </a:rPr>
              <a:t>কার্সর</a:t>
            </a:r>
            <a:r>
              <a:rPr sz="24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400" b="0" i="0" u="none" dirty="0" err="1">
                <a:solidFill>
                  <a:srgbClr val="475569"/>
                </a:solidFill>
                <a:latin typeface="Hind Siliguri"/>
              </a:rPr>
              <a:t>কী</a:t>
            </a:r>
            <a:r>
              <a:rPr sz="2400" b="0" i="0" u="none" dirty="0">
                <a:solidFill>
                  <a:srgbClr val="475569"/>
                </a:solidFill>
                <a:latin typeface="Hind Siliguri"/>
              </a:rPr>
              <a:t> ও </a:t>
            </a:r>
            <a:r>
              <a:rPr sz="2400" b="0" i="0" u="none" dirty="0" err="1">
                <a:solidFill>
                  <a:srgbClr val="475569"/>
                </a:solidFill>
                <a:latin typeface="Hind Siliguri"/>
              </a:rPr>
              <a:t>নিউমেরিক</a:t>
            </a:r>
            <a:r>
              <a:rPr sz="24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400" b="0" i="0" u="none" dirty="0" err="1">
                <a:solidFill>
                  <a:srgbClr val="475569"/>
                </a:solidFill>
                <a:latin typeface="Hind Siliguri"/>
              </a:rPr>
              <a:t>কী-প্যাড</a:t>
            </a:r>
            <a:r>
              <a:rPr sz="2400" b="0" i="0" u="none" dirty="0">
                <a:solidFill>
                  <a:srgbClr val="475569"/>
                </a:solidFill>
                <a:latin typeface="Hind Siliguri"/>
              </a:rPr>
              <a:t>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975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ইনপুট ডিভাইস: মাউস (Mouse)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725" y="2697360"/>
            <a:ext cx="515064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 err="1">
                <a:solidFill>
                  <a:srgbClr val="0284C7"/>
                </a:solidFill>
                <a:latin typeface="Hind Siliguri"/>
              </a:rPr>
              <a:t>পয়েন্টিং</a:t>
            </a:r>
            <a:r>
              <a:rPr sz="2000" b="1" i="0" u="none" dirty="0">
                <a:solidFill>
                  <a:srgbClr val="0284C7"/>
                </a:solidFill>
                <a:latin typeface="Hind Siliguri"/>
              </a:rPr>
              <a:t> </a:t>
            </a:r>
            <a:r>
              <a:rPr sz="2000" b="1" i="0" u="none" dirty="0" err="1">
                <a:solidFill>
                  <a:srgbClr val="0284C7"/>
                </a:solidFill>
                <a:latin typeface="Hind Siliguri"/>
              </a:rPr>
              <a:t>ডিভাইস</a:t>
            </a:r>
            <a:endParaRPr sz="2000" b="1" i="0" u="none" dirty="0">
              <a:solidFill>
                <a:srgbClr val="0284C7"/>
              </a:solidFill>
              <a:latin typeface="Hind Siligu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7725" y="3116460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কম্পিউটার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স্ক্রিনে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কার্সর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নাড়ানো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ও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আইকন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সিলেক্ট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করার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দ্রুত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মাধ্যম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059435"/>
            <a:ext cx="515064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কার্যপদ্ধতি</a:t>
            </a:r>
            <a:endParaRPr sz="2400" b="1" i="0" u="none" dirty="0">
              <a:solidFill>
                <a:srgbClr val="0284C7"/>
              </a:solidFill>
              <a:latin typeface="Hind Siligu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7725" y="4478535"/>
            <a:ext cx="490537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লেফট ক্লিক, রাইট ক্লিক, ডাবল ক্লিক ও স্ক্রল হুইল ব্যবহার।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96025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ounded Rectangle 2"/>
          <p:cNvSpPr/>
          <p:nvPr/>
        </p:nvSpPr>
        <p:spPr>
          <a:xfrm>
            <a:off x="6296025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ইনপুট ডিভাইস: মাইক্রোফোন (Microphone)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4150" y="2697360"/>
            <a:ext cx="515064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শব্দ</a:t>
            </a:r>
            <a:r>
              <a:rPr sz="2400" b="1" i="0" u="none" dirty="0">
                <a:solidFill>
                  <a:srgbClr val="0284C7"/>
                </a:solidFill>
                <a:latin typeface="Hind Siliguri"/>
              </a:rPr>
              <a:t> </a:t>
            </a:r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ইনপুট</a:t>
            </a:r>
            <a:r>
              <a:rPr sz="2400" b="1" i="0" u="none" dirty="0">
                <a:solidFill>
                  <a:srgbClr val="0284C7"/>
                </a:solidFill>
                <a:latin typeface="Hind Siliguri"/>
              </a:rPr>
              <a:t> </a:t>
            </a:r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মাধ্যম</a:t>
            </a:r>
            <a:endParaRPr sz="2400" b="1" i="0" u="none" dirty="0">
              <a:solidFill>
                <a:srgbClr val="0284C7"/>
              </a:solidFill>
              <a:latin typeface="Hind Siligu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34150" y="3116460"/>
            <a:ext cx="490537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ভয়েস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বা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কণ্ঠস্বর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ডিজিটাল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তরঙ্গে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রূপান্তর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করে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কম্পিউটারে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পাঠায়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4059435"/>
            <a:ext cx="515064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ব্যবহার</a:t>
            </a:r>
            <a:r>
              <a:rPr sz="2400" b="1" i="0" u="none" dirty="0">
                <a:solidFill>
                  <a:srgbClr val="0284C7"/>
                </a:solidFill>
                <a:latin typeface="Hind Siliguri"/>
              </a:rPr>
              <a:t> </a:t>
            </a:r>
            <a:r>
              <a:rPr sz="2400" b="1" i="0" u="none" dirty="0" err="1">
                <a:solidFill>
                  <a:srgbClr val="0284C7"/>
                </a:solidFill>
                <a:latin typeface="Hind Siliguri"/>
              </a:rPr>
              <a:t>ক্ষেত্র</a:t>
            </a:r>
            <a:endParaRPr sz="2400" b="1" i="0" u="none" dirty="0">
              <a:solidFill>
                <a:srgbClr val="0284C7"/>
              </a:solidFill>
              <a:latin typeface="Hind Siligu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34150" y="4578761"/>
            <a:ext cx="490537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অনলাইন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ক্লাস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,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ভয়েস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কল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,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মিটিং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এবং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ভয়েস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রিকগনিশন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সিস্টেম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975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ইনপুট ডিভাইস: স্ক্যানার (Scanner)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725" y="2697360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ডিজিটাল কপি তৈরি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116460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যেকোনো প্রিন্ট করা কাগজ, নথি বা ছবি ডিজিটাল ইমেজে রূপান্তর করে।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059435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সুবিধা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4478535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কাগজের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দলিল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ডিজিটাল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ফাইলে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আজীবন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নিরাপদ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সংরক্ষণ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করা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যায়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96025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96025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বিশেষ ইনপুট ডিভাইস: ওএমআর (OMR)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4150" y="2697360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Optical Mark Reader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4150" y="3116460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আলোর প্রতিফলন প্রতিফলিত করে কাগজে ভরাট করা বৃত্ত শনাক্ত করে।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4059435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মূল ব্যবহার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4150" y="4478535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বহুনির্বাচনী পরীক্ষার (MCQ) উত্তরপত্র নির্ভুল ও দ্রুত মূল্যায়নে ব্যবহার হয়।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975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প্রাথমিক মেমোরি: র‍্যাম ও রম (RAM &amp; ROM)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725" y="2697360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র‍্যাম (RAM - Random Access Memory)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116460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অস্থায়ী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মেমোরি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।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বিদ্যু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ৎ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চলে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গেলে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এর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সব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ডেটা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সাথে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সাথে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মুছে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 </a:t>
            </a:r>
            <a:r>
              <a:rPr sz="2000" b="0" i="0" u="none" dirty="0" err="1">
                <a:solidFill>
                  <a:srgbClr val="475569"/>
                </a:solidFill>
                <a:latin typeface="Hind Siliguri"/>
              </a:rPr>
              <a:t>যায়</a:t>
            </a:r>
            <a:r>
              <a:rPr sz="2000" b="0" i="0" u="none" dirty="0">
                <a:solidFill>
                  <a:srgbClr val="475569"/>
                </a:solidFill>
                <a:latin typeface="Hind Siliguri"/>
              </a:rPr>
              <a:t>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059435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রম (ROM - Read Only Memory)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4478535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স্থায়ী মেমোরি। চালুর জন্য প্রয়োজনীয় ফাইল রমে স্থায়ী সংরক্ষিত থাকে।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96025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96025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1735335"/>
            <a:ext cx="1257300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সহায়ক মেমোরি: হার্ডডিস্ক ও SSD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4150" y="2697360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স্থায়ী মেমোরি সংরক্ষণ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4150" y="3116460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অপারেটিং সিস্টেম, সফটওয়্যার ও আপনার ফাইল স্থায়ীভাবে জমা থাকে।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4059435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HDD vs SSD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4150" y="4478535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হার্ডডিস্ক কম দামে বেশি স্টোরেজ দেয়; SSD দেয় বহুগুণ দ্রুত স্পিড।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D3825C-5008-9973-5FC1-FCE7E05AE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4" y="1754384"/>
            <a:ext cx="5320583" cy="386003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975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প্রসেসিং ইউনিট: সিপিইউ (CPU)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725" y="2697360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কম্পিউটারের ব্রেইন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116460"/>
            <a:ext cx="490537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সমস্ত ইনপুট প্রসেস করে ফলাফল তৈরি করার মূল কারিগর।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059435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অংশসমূহ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4478535"/>
            <a:ext cx="49053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>
                <a:solidFill>
                  <a:srgbClr val="475569"/>
                </a:solidFill>
                <a:latin typeface="Hind Siliguri"/>
              </a:rPr>
              <a:t>গাণিতিক যুক্তি ইউনিট (ALU), কন্ট্রোল ইউনিট (CU) ও রেজিস্টার।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96025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96025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সিস্টেম সংযোগ: মাদারবোর্ড ও পাওয়ার সাপ্লাই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4150" y="2697360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মাদারবোর্ড (Motherboard)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4150" y="3116460"/>
            <a:ext cx="4905375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475569"/>
                </a:solidFill>
                <a:latin typeface="Hind Siliguri"/>
              </a:rPr>
              <a:t>সিপিইউ, র‍্যাম ও অন্যান্য যন্ত্রাংশকে আন্তঃসংযুক্ত করে রাখে।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4059435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পাওয়ার সাপ্লাই (PSU)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4150" y="4478535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এসি বিদ্যুতকে ডিসি শক্তিতে পরিণত করে পুরো বোর্ডে বিদ্যুৎ যোগায়।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FE6268-7ED6-3617-EEB0-692DA5F34C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5" y="1855290"/>
            <a:ext cx="5613680" cy="37415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975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আউটপুট ডিভাইস: মনিটর (Monitor)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725" y="2697360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দৃশ্যমান আউটপুট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116460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প্রসেসিংয়ের ফলাফল সরাসরি ভিজ্যুয়াল আকারে মনিটর স্ক্রিনে দেখায়।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059435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প্রকারভেদ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4478535"/>
            <a:ext cx="490537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এলসিডি (LCD), এলইডি (LED) ও ওএলইডি (OLED) মনিটর।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96025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96025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আউটপুট ডিভাইস: প্রিন্টার (Printer)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4150" y="2697360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ছাপা কপি (Hard Copy)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4150" y="3116460"/>
            <a:ext cx="490537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ডিজিটাল তথ্য বা ছবি কাগজের বুকে স্থায়ীভাবে মুদ্রণ করার ডিভাইস।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4059435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জনপ্রিয় প্রকার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4150" y="4478535"/>
            <a:ext cx="490537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ইনকজেট 프린্টার, লেজার প্রিন্টার এবং ডট মেট্রিক্স প্রিন্টার।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59235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821310"/>
            <a:ext cx="5286375" cy="1171575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975" y="1725810"/>
            <a:ext cx="5305425" cy="400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735335"/>
            <a:ext cx="5286375" cy="398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Hind Siliguri"/>
              </a:rPr>
              <a:t>আউটপুট ডিভাইস: স্পিকার (Speaker)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725" y="2697360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শব্দ আউটপুট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116460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ডিজিটাল সাউন্ড সিগন্যালকে শ্রবণযোগ্য শব্দ বা অডিওতে পরিণত করে।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059435"/>
            <a:ext cx="5150643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284C7"/>
                </a:solidFill>
                <a:latin typeface="Hind Siliguri"/>
              </a:rPr>
              <a:t>ব্যবহার ক্ষেত্র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4478535"/>
            <a:ext cx="49053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475569"/>
                </a:solidFill>
                <a:latin typeface="Hind Siliguri"/>
              </a:rPr>
              <a:t>গান শোনা, ভিডিও দেখা, গেম খেলা এবং মিটিং শোনার জন্য আবশ্যক।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476</Words>
  <Application>Microsoft Office PowerPoint</Application>
  <PresentationFormat>Widescreen</PresentationFormat>
  <Paragraphs>66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Hind Siliguri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Rezaur Rahman</cp:lastModifiedBy>
  <cp:revision>1</cp:revision>
  <dcterms:created xsi:type="dcterms:W3CDTF">2013-01-27T09:14:16Z</dcterms:created>
  <dcterms:modified xsi:type="dcterms:W3CDTF">2026-10-18T04:26:54Z</dcterms:modified>
  <cp:category/>
</cp:coreProperties>
</file>