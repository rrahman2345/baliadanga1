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6" r:id="rId19"/>
  </p:sldIdLst>
  <p:sldSz cx="12192000" cy="6858000"/>
  <p:notesSz cx="6858000" cy="9144000"/>
  <p:embeddedFontLst>
    <p:embeddedFont>
      <p:font typeface="Hind Siliguri" panose="02000000000000000000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13E9DF-38D7-48FD-9DEA-ACDFE3569E31}">
  <a:tblStyle styleId="{0B13E9DF-38D7-48FD-9DEA-ACDFE3569E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undo custSel addSld delSld modSld">
      <pc:chgData name="Rezaur Rahman" userId="3a4486d7030a1889" providerId="LiveId" clId="{D1B430C1-0409-411D-B3DE-A0AB3CF13E85}" dt="2026-06-08T16:12:24.959" v="67" actId="1076"/>
      <pc:docMkLst>
        <pc:docMk/>
      </pc:docMkLst>
      <pc:sldChg chg="modSp add mod setBg">
        <pc:chgData name="Rezaur Rahman" userId="3a4486d7030a1889" providerId="LiveId" clId="{D1B430C1-0409-411D-B3DE-A0AB3CF13E85}" dt="2026-05-18T15:32:40.632" v="32" actId="1076"/>
        <pc:sldMkLst>
          <pc:docMk/>
          <pc:sldMk cId="381420779" sldId="263"/>
        </pc:sldMkLst>
        <pc:spChg chg="mod">
          <ac:chgData name="Rezaur Rahman" userId="3a4486d7030a1889" providerId="LiveId" clId="{D1B430C1-0409-411D-B3DE-A0AB3CF13E85}" dt="2026-05-18T15:32:40.632" v="32" actId="1076"/>
          <ac:spMkLst>
            <pc:docMk/>
            <pc:sldMk cId="381420779" sldId="263"/>
            <ac:spMk id="161" creationId="{00000000-0000-0000-0000-000000000000}"/>
          </ac:spMkLst>
        </pc:spChg>
      </pc:sldChg>
      <pc:sldChg chg="modSp mod">
        <pc:chgData name="Rezaur Rahman" userId="3a4486d7030a1889" providerId="LiveId" clId="{D1B430C1-0409-411D-B3DE-A0AB3CF13E85}" dt="2026-06-08T16:10:48.942" v="40" actId="6549"/>
        <pc:sldMkLst>
          <pc:docMk/>
          <pc:sldMk cId="0" sldId="265"/>
        </pc:sldMkLst>
        <pc:graphicFrameChg chg="modGraphic">
          <ac:chgData name="Rezaur Rahman" userId="3a4486d7030a1889" providerId="LiveId" clId="{D1B430C1-0409-411D-B3DE-A0AB3CF13E85}" dt="2026-06-08T16:10:48.942" v="40" actId="6549"/>
          <ac:graphicFrameMkLst>
            <pc:docMk/>
            <pc:sldMk cId="0" sldId="265"/>
            <ac:graphicFrameMk id="184" creationId="{00000000-0000-0000-0000-000000000000}"/>
          </ac:graphicFrameMkLst>
        </pc:graphicFrameChg>
      </pc:sldChg>
      <pc:sldChg chg="modSp add mod setBg modNotes">
        <pc:chgData name="Rezaur Rahman" userId="3a4486d7030a1889" providerId="LiveId" clId="{D1B430C1-0409-411D-B3DE-A0AB3CF13E85}" dt="2026-06-08T16:12:24.959" v="67" actId="1076"/>
        <pc:sldMkLst>
          <pc:docMk/>
          <pc:sldMk cId="0" sldId="267"/>
        </pc:sldMkLst>
        <pc:spChg chg="mod">
          <ac:chgData name="Rezaur Rahman" userId="3a4486d7030a1889" providerId="LiveId" clId="{D1B430C1-0409-411D-B3DE-A0AB3CF13E85}" dt="2026-05-20T05:54:54.914" v="35" actId="14100"/>
          <ac:spMkLst>
            <pc:docMk/>
            <pc:sldMk cId="0" sldId="267"/>
            <ac:spMk id="106" creationId="{00000000-0000-0000-0000-000000000000}"/>
          </ac:spMkLst>
        </pc:spChg>
        <pc:spChg chg="mod">
          <ac:chgData name="Rezaur Rahman" userId="3a4486d7030a1889" providerId="LiveId" clId="{D1B430C1-0409-411D-B3DE-A0AB3CF13E85}" dt="2026-06-08T16:12:24.959" v="67" actId="1076"/>
          <ac:spMkLst>
            <pc:docMk/>
            <pc:sldMk cId="0" sldId="267"/>
            <ac:spMk id="109" creationId="{00000000-0000-0000-0000-000000000000}"/>
          </ac:spMkLst>
        </pc:spChg>
      </pc:sldChg>
      <pc:sldChg chg="modSp add del mod setBg modNotes">
        <pc:chgData name="Rezaur Rahman" userId="3a4486d7030a1889" providerId="LiveId" clId="{D1B430C1-0409-411D-B3DE-A0AB3CF13E85}" dt="2026-05-20T05:55:07.752" v="37" actId="14100"/>
        <pc:sldMkLst>
          <pc:docMk/>
          <pc:sldMk cId="0" sldId="268"/>
        </pc:sldMkLst>
        <pc:spChg chg="mod">
          <ac:chgData name="Rezaur Rahman" userId="3a4486d7030a1889" providerId="LiveId" clId="{D1B430C1-0409-411D-B3DE-A0AB3CF13E85}" dt="2026-05-20T05:55:07.752" v="37" actId="14100"/>
          <ac:spMkLst>
            <pc:docMk/>
            <pc:sldMk cId="0" sldId="268"/>
            <ac:spMk id="119" creationId="{00000000-0000-0000-0000-000000000000}"/>
          </ac:spMkLst>
        </pc:spChg>
      </pc:sldChg>
      <pc:sldChg chg="add setBg modNotes">
        <pc:chgData name="Rezaur Rahman" userId="3a4486d7030a1889" providerId="LiveId" clId="{D1B430C1-0409-411D-B3DE-A0AB3CF13E85}" dt="2026-05-20T05:54:29.231" v="34"/>
        <pc:sldMkLst>
          <pc:docMk/>
          <pc:sldMk cId="0" sldId="269"/>
        </pc:sldMkLst>
      </pc:sldChg>
      <pc:sldChg chg="add setBg modNotes">
        <pc:chgData name="Rezaur Rahman" userId="3a4486d7030a1889" providerId="LiveId" clId="{D1B430C1-0409-411D-B3DE-A0AB3CF13E85}" dt="2026-05-20T05:54:29.231" v="34"/>
        <pc:sldMkLst>
          <pc:docMk/>
          <pc:sldMk cId="0" sldId="270"/>
        </pc:sldMkLst>
      </pc:sldChg>
      <pc:sldChg chg="add setBg modNotes">
        <pc:chgData name="Rezaur Rahman" userId="3a4486d7030a1889" providerId="LiveId" clId="{D1B430C1-0409-411D-B3DE-A0AB3CF13E85}" dt="2026-05-20T05:54:29.231" v="34"/>
        <pc:sldMkLst>
          <pc:docMk/>
          <pc:sldMk cId="0" sldId="271"/>
        </pc:sldMkLst>
      </pc:sldChg>
      <pc:sldChg chg="add setBg modNotes">
        <pc:chgData name="Rezaur Rahman" userId="3a4486d7030a1889" providerId="LiveId" clId="{D1B430C1-0409-411D-B3DE-A0AB3CF13E85}" dt="2026-05-20T05:54:29.231" v="34"/>
        <pc:sldMkLst>
          <pc:docMk/>
          <pc:sldMk cId="0" sldId="272"/>
        </pc:sldMkLst>
      </pc:sldChg>
      <pc:sldChg chg="modSp add mod setBg modNotes">
        <pc:chgData name="Rezaur Rahman" userId="3a4486d7030a1889" providerId="LiveId" clId="{D1B430C1-0409-411D-B3DE-A0AB3CF13E85}" dt="2026-05-20T05:55:37.046" v="38" actId="14100"/>
        <pc:sldMkLst>
          <pc:docMk/>
          <pc:sldMk cId="0" sldId="273"/>
        </pc:sldMkLst>
        <pc:spChg chg="mod">
          <ac:chgData name="Rezaur Rahman" userId="3a4486d7030a1889" providerId="LiveId" clId="{D1B430C1-0409-411D-B3DE-A0AB3CF13E85}" dt="2026-05-20T05:55:37.046" v="38" actId="14100"/>
          <ac:spMkLst>
            <pc:docMk/>
            <pc:sldMk cId="0" sldId="273"/>
            <ac:spMk id="171" creationId="{00000000-0000-0000-0000-000000000000}"/>
          </ac:spMkLst>
        </pc:spChg>
      </pc:sldChg>
      <pc:sldMasterChg chg="delSldLayout">
        <pc:chgData name="Rezaur Rahman" userId="3a4486d7030a1889" providerId="LiveId" clId="{D1B430C1-0409-411D-B3DE-A0AB3CF13E85}" dt="2026-05-20T05:47:33.541" v="33" actId="47"/>
        <pc:sldMasterMkLst>
          <pc:docMk/>
          <pc:sldMasterMk cId="0" sldId="214748365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1710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T3BVd2z8JvU?feature=oembed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1221581"/>
            <a:ext cx="106299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15302" y="3383756"/>
            <a:ext cx="1116139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তথ্য প্রযুক্তির নিরাপদ ব্যবহার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81050" y="4717256"/>
            <a:ext cx="10629900" cy="68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64748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অষ্টম শ্রেণি - তৃতীয় অধ্যায়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1066800" y="1009352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আজকের পাঠ পরিকল্পনা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81050" y="1009352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447800" y="2647652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নিরাপত্তার ধারণা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447800" y="3538239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ম্যালওয়্যারের প্রকারভেদ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447800" y="4428827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ভাইরাস, ওয়ার্ম ও ট্রোজান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447800" y="5319414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সুরক্ষা: ফায়ারওয়াল ও অ্যান্টিভাইরাস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2733377"/>
            <a:ext cx="3714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3623964"/>
            <a:ext cx="3714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4514552"/>
            <a:ext cx="3714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5405139"/>
            <a:ext cx="3714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918560" y="115062"/>
            <a:ext cx="1037771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 err="1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ভিডিও</a:t>
            </a:r>
            <a:r>
              <a:rPr lang="en-US" sz="4875" b="1" i="0" u="none" strike="noStrike" cap="none" dirty="0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4875" b="1" i="0" u="none" strike="noStrike" cap="none" dirty="0" err="1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টিউটোরিয়াল</a:t>
            </a:r>
            <a:endParaRPr dirty="0"/>
          </a:p>
        </p:txBody>
      </p:sp>
      <p:sp>
        <p:nvSpPr>
          <p:cNvPr id="162" name="Google Shape;162;p20"/>
          <p:cNvSpPr/>
          <p:nvPr/>
        </p:nvSpPr>
        <p:spPr>
          <a:xfrm>
            <a:off x="647319" y="0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3925" y="461218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nline Media 1" title="Cyber Security">
            <a:hlinkClick r:id="" action="ppaction://media"/>
            <a:extLst>
              <a:ext uri="{FF2B5EF4-FFF2-40B4-BE49-F238E27FC236}">
                <a16:creationId xmlns:a16="http://schemas.microsoft.com/office/drawing/2014/main" id="{E36E6551-AB7E-C152-0E84-BF329BD3170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918560" y="1033272"/>
            <a:ext cx="9986222" cy="564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1066800" y="1294804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ম্যালওয়্যার (Malware) কী?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81050" y="1294804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81050" y="3164383"/>
            <a:ext cx="1062990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ম্যালওয়্যার হলো এক ধরনের ক্ষতিকর সফটওয়্যার যা আপনার কম্পিউটারের কাজকে বাধাগ্রস্ত করে বা তথ্য চুরি করে।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4516933"/>
            <a:ext cx="10629900" cy="93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1066800" y="1294804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প্রধান ৩ ধরনের ম্যালওয়্যার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81050" y="1294804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9850" y="3581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1128872" y="4343102"/>
            <a:ext cx="259360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ভাইরাস</a:t>
            </a:r>
            <a:endParaRPr/>
          </a:p>
        </p:txBody>
      </p:sp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101" y="3581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4799122" y="4343102"/>
            <a:ext cx="259360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ওয়ার্ম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42251" y="358110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469373" y="4343102"/>
            <a:ext cx="259360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ট্রোজান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1066800" y="1294804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কম্পিউটার ভাইরাস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781050" y="1294804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447800" y="3092946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নিজেকে পুনরুৎপাদন করতে পারে।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447800" y="3983533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অন্য ফাইলের সাথে যুক্ত হয়ে ছড়ায়।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447800" y="4874121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মানুষের হস্তক্ষেপ (যেমন পেনড্রাইভ) প্রয়োজন হয়।</a:t>
            </a:r>
            <a:endParaRPr/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3178671"/>
            <a:ext cx="4286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4069258"/>
            <a:ext cx="4286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4959846"/>
            <a:ext cx="42862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066800" y="1252239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কম্পিউটার ওয়ার্ম (Worm)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781050" y="1252239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6740" y="3476327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1447800" y="2890539"/>
            <a:ext cx="536823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নেটওয়ার্কের মাধ্যমে ছড়ায়।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1447800" y="3781127"/>
            <a:ext cx="536823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নিজে নিজেই ছড়িয়ে পড়ে।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447800" y="4671714"/>
            <a:ext cx="536823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অতি দ্রুত পুরো নেটওয়ার্ক দখল করে।</a:t>
            </a:r>
            <a:endParaRPr/>
          </a:p>
        </p:txBody>
      </p:sp>
      <p:pic>
        <p:nvPicPr>
          <p:cNvPr id="143" name="Google Shape;14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" y="2976264"/>
            <a:ext cx="5334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3866852"/>
            <a:ext cx="5334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4757439"/>
            <a:ext cx="3714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/>
        </p:nvSpPr>
        <p:spPr>
          <a:xfrm>
            <a:off x="1066800" y="1294804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ট্রোজান হর্স (Trojan)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781050" y="1294804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781050" y="2988171"/>
            <a:ext cx="1062990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ভালো সফটওয়্যারের ছদ্মবেশে পিসিতে ঢোকে।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1447800" y="3935908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ব্যবহারকারীকে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বোকা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বানিয়ে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সিস্টেমের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ক্ষতি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করে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1447800" y="4826496"/>
            <a:ext cx="9963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গুরুত্বপূর্ণ ফাইল মুছে দিতে পারে বা চুরি করতে পারে।</a:t>
            </a:r>
            <a:endParaRPr/>
          </a:p>
        </p:txBody>
      </p:sp>
      <p:pic>
        <p:nvPicPr>
          <p:cNvPr id="155" name="Google Shape;15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4021633"/>
            <a:ext cx="4857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" y="4912221"/>
            <a:ext cx="4857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1066800" y="1294804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ফায়ারওয়াল (Firewall)</a:t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781050" y="1294804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781050" y="2861964"/>
            <a:ext cx="603498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একটি ডিজিটাল দেয়াল যা নেটওয়ার্কের অবৈধ অনুপ্রবেশ ঠেকায়।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1447800" y="4214514"/>
            <a:ext cx="536823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তথ্য সুরক্ষা নিশ্চিত করে।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1447800" y="5105102"/>
            <a:ext cx="536823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প্রতিটি পিসিতে এটি থাকা জরুরি।</a:t>
            </a:r>
            <a:endParaRPr/>
          </a:p>
        </p:txBody>
      </p:sp>
      <p:pic>
        <p:nvPicPr>
          <p:cNvPr id="176" name="Google Shape;1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4300239"/>
            <a:ext cx="4286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5190827"/>
            <a:ext cx="42862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1066800" y="1266527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মূল্যায়ন: ঝটপট কুইজ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781050" y="1266527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22"/>
          <p:cNvGraphicFramePr/>
          <p:nvPr>
            <p:extLst>
              <p:ext uri="{D42A27DB-BD31-4B8C-83A1-F6EECF244321}">
                <p14:modId xmlns:p14="http://schemas.microsoft.com/office/powerpoint/2010/main" val="2832637817"/>
              </p:ext>
            </p:extLst>
          </p:nvPr>
        </p:nvGraphicFramePr>
        <p:xfrm>
          <a:off x="781050" y="2752427"/>
          <a:ext cx="10591800" cy="3352800"/>
        </p:xfrm>
        <a:graphic>
          <a:graphicData uri="http://schemas.openxmlformats.org/drawingml/2006/table">
            <a:tbl>
              <a:tblPr firstRow="1" bandRow="1">
                <a:noFill/>
                <a:tableStyleId>{0B13E9DF-38D7-48FD-9DEA-ACDFE3569E31}</a:tableStyleId>
              </a:tblPr>
              <a:tblGrid>
                <a:gridCol w="77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50" b="1" i="0" u="none" strike="noStrike" cap="none">
                          <a:solidFill>
                            <a:srgbClr val="FFFFFF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প্রশ্ন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50" b="1" i="0" u="none" strike="noStrike" cap="none">
                          <a:solidFill>
                            <a:srgbClr val="FFFFFF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উত্তর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নিজে নিজে ছড়ায় কোনটি?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ছদ্মবেশে থাকে কোনটি?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1066800" y="971252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শক্তিশালী পাসওয়ার্ড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81050" y="971252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057400" y="2457152"/>
            <a:ext cx="6796087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পাসওয়ার্ড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হতে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হবে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দীর্ঘ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এবং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জটিল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2805112" y="3447752"/>
            <a:ext cx="72485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নাম বা জন্মতারিখ ব্যবহার করবেন না।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2805112" y="4381202"/>
            <a:ext cx="72485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অক্ষর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,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সংখ্যা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ও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চিহ্ন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(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যেমন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: @, #, $)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মেশান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2805112" y="5120930"/>
            <a:ext cx="7992197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            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বিভিন্ন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সাইটে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পাসওয়ার্ড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দেবেন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না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8362" y="3533477"/>
            <a:ext cx="3714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8362" y="4466927"/>
            <a:ext cx="3714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8362" y="5400377"/>
            <a:ext cx="3714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1066800" y="1437977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টু-ফ্যাক্টর অথেন্টিকেশন (2FA)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781050" y="1437977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1562100" y="2923877"/>
            <a:ext cx="8139113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শুধুমাত্র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পাসওয়ার্ড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যথেষ্ট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নয়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! 2FA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যোগ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করুন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2228850" y="3914477"/>
            <a:ext cx="84010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ফোনে আসা কোড বা ওটিপি (OTP) ব্যবহার করুন।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2228850" y="4847927"/>
            <a:ext cx="84010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হ্যাকারদের আপনার অ্যাকাউন্টে ঢুকতে বাধা দেয়।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2100" y="4000202"/>
            <a:ext cx="3238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2100" y="4933652"/>
            <a:ext cx="3714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/>
        </p:nvSpPr>
        <p:spPr>
          <a:xfrm>
            <a:off x="1066800" y="1504652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ফিশিং (Phishing) কী?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781050" y="1504652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781050" y="2990552"/>
            <a:ext cx="106299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এক ধরণের প্রতারণা। হ্যাকাররা নিজেকে ব্যাংক বা পরিচিত কোনো সেবাদাতা প্রতিষ্ঠানের মতো সাজিয়ে আপনার পাসওয়ার্ড ও ব্যক্তিগত তথ্য চুরি করে।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957387" y="5028902"/>
            <a:ext cx="82772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C2626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সতর্কতা: অজানা ইমেইল বা লিঙ্কে ক্লিক করবেন না।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/>
        </p:nvSpPr>
        <p:spPr>
          <a:xfrm>
            <a:off x="1066800" y="1831181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বায়োমেট্রিক নিরাপত্তা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81050" y="1831181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4600" y="372665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1128872" y="4666952"/>
            <a:ext cx="2593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আঙুলের ছাপ</a:t>
            </a:r>
            <a:endParaRPr/>
          </a:p>
        </p:txBody>
      </p:sp>
      <p:pic>
        <p:nvPicPr>
          <p:cNvPr id="140" name="Google Shape;14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7226" y="3726656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4799122" y="4666952"/>
            <a:ext cx="2593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আইরিস স্ক্যান</a:t>
            </a:r>
            <a:endParaRPr/>
          </a:p>
        </p:txBody>
      </p:sp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5101" y="372665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8469373" y="4666952"/>
            <a:ext cx="25936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ফেস আইডি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1066800" y="1804689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ডিজিটাল ফুটপ্রিন্ট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781050" y="1804689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781050" y="3290589"/>
            <a:ext cx="106299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ইন্টারনেটে আপনি যা কিছু করেন—লাইক, শেয়ার বা কমেন্ট—তা চিরস্থায়ী হতে পারে। একেই ডিজিটাল ফুটপ্রিন্ট বলে।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2486025" y="4728864"/>
            <a:ext cx="72199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মনে রাখবেন: ইন্টারনেট কখনো ভুলে যায় না!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1066800" y="1390352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স্বাস্থ্য ও সচেতনতা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781050" y="1390352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2638425" y="3028652"/>
            <a:ext cx="75819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সঠিক অঙ্গবিন্যাস (Posture) বজায় রাখুন।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2638425" y="3962102"/>
            <a:ext cx="75819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দীর্ঘক্ষণ স্ক্রিনের দিকে তাকিয়ে থাকবেন না।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2638425" y="4895552"/>
            <a:ext cx="75819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নিয়মিত বিরতি নিন এবং শারীরিক ব্যায়াম করুন।</a:t>
            </a:r>
            <a:endParaRPr/>
          </a:p>
        </p:txBody>
      </p:sp>
      <p:pic>
        <p:nvPicPr>
          <p:cNvPr id="161" name="Google Shape;16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1675" y="3114377"/>
            <a:ext cx="3714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1675" y="4047827"/>
            <a:ext cx="4286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1675" y="4981277"/>
            <a:ext cx="2667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1066800" y="1390352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মূল্যায়ন কুইজ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781050" y="1390352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1995487" y="3028652"/>
            <a:ext cx="88677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ফিশিং থেকে বাঁচার উপায় কী?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1995487" y="3962102"/>
            <a:ext cx="9434513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কেন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একই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পাসওয়ার্ড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সব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জায়গায়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ব্যবহার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করা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উচিত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নয়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?</a:t>
            </a:r>
            <a:endParaRPr dirty="0"/>
          </a:p>
        </p:txBody>
      </p:sp>
      <p:sp>
        <p:nvSpPr>
          <p:cNvPr id="172" name="Google Shape;172;p21"/>
          <p:cNvSpPr txBox="1"/>
          <p:nvPr/>
        </p:nvSpPr>
        <p:spPr>
          <a:xfrm>
            <a:off x="1995487" y="4895552"/>
            <a:ext cx="88677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বায়োমেট্রিক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কী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?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উদাহরণ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375" b="0" i="0" u="none" strike="noStrike" cap="none" dirty="0" err="1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দাও</a:t>
            </a:r>
            <a:r>
              <a:rPr lang="en-US" sz="3375" b="0" i="0" u="none" strike="noStrike" cap="none" dirty="0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pic>
        <p:nvPicPr>
          <p:cNvPr id="173" name="Google Shape;17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8737" y="3114377"/>
            <a:ext cx="2667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8737" y="4047827"/>
            <a:ext cx="2667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8737" y="4981277"/>
            <a:ext cx="2667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0" y="2780704"/>
            <a:ext cx="10629900" cy="329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1066800" y="1294804"/>
            <a:ext cx="108613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বাড়ির কাজ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781050" y="1294804"/>
            <a:ext cx="142875" cy="10096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1257300" y="3752552"/>
            <a:ext cx="967740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334155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ম্যালওয়্যার থেকে বাঁচার জন্য তুমি তোমার পিসিতে কী কী পদক্ষেপ নেবে? ৫টি পয়েন্ট লিখে আনবে।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392</Words>
  <Application>Microsoft Office PowerPoint</Application>
  <PresentationFormat>Widescreen</PresentationFormat>
  <Paragraphs>64</Paragraphs>
  <Slides>18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Hind Siliguri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Rezaur Rahman</cp:lastModifiedBy>
  <cp:revision>1</cp:revision>
  <dcterms:modified xsi:type="dcterms:W3CDTF">2026-06-09T05:23:48Z</dcterms:modified>
</cp:coreProperties>
</file>